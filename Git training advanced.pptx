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6" r:id="rId5"/>
    <p:sldId id="257" r:id="rId6"/>
    <p:sldId id="261" r:id="rId7"/>
    <p:sldId id="274" r:id="rId8"/>
    <p:sldId id="276" r:id="rId9"/>
    <p:sldId id="277" r:id="rId10"/>
    <p:sldId id="275" r:id="rId11"/>
    <p:sldId id="265" r:id="rId12"/>
    <p:sldId id="266" r:id="rId13"/>
    <p:sldId id="278" r:id="rId14"/>
    <p:sldId id="263" r:id="rId15"/>
    <p:sldId id="279" r:id="rId16"/>
    <p:sldId id="264" r:id="rId17"/>
    <p:sldId id="267" r:id="rId18"/>
    <p:sldId id="268" r:id="rId19"/>
    <p:sldId id="269" r:id="rId20"/>
    <p:sldId id="270" r:id="rId21"/>
    <p:sldId id="271" r:id="rId22"/>
    <p:sldId id="272" r:id="rId23"/>
    <p:sldId id="262" r:id="rId24"/>
    <p:sldId id="273" r:id="rId2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5739676-6D83-40B9-A13F-4E9EC5DC2B81}">
          <p14:sldIdLst>
            <p14:sldId id="256"/>
            <p14:sldId id="257"/>
            <p14:sldId id="261"/>
            <p14:sldId id="274"/>
            <p14:sldId id="276"/>
            <p14:sldId id="277"/>
            <p14:sldId id="275"/>
            <p14:sldId id="265"/>
            <p14:sldId id="266"/>
            <p14:sldId id="278"/>
            <p14:sldId id="263"/>
            <p14:sldId id="279"/>
            <p14:sldId id="264"/>
            <p14:sldId id="267"/>
            <p14:sldId id="268"/>
            <p14:sldId id="269"/>
            <p14:sldId id="270"/>
            <p14:sldId id="271"/>
            <p14:sldId id="272"/>
            <p14:sldId id="26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365876B-3E9C-A9C1-DA5D-A864731D9E2E}" name="Carla Stuifzand" initials="CS" userId="S::Carla.Stuifzand@ict.nl::54bfb37d-01fb-4203-abcf-9a553ae67020" providerId="AD"/>
  <p188:author id="{30A0877A-EDCF-E317-B88F-ADE12BDF58F8}" name="Hilde Teunissen" initials="HT" userId="S::hilde.teunissen@ict.nl::647f55e4-e1dd-4a24-ba69-9f3ce8d75f34" providerId="AD"/>
  <p188:author id="{7F662BED-3423-41B0-3580-425D9AC857E7}" name="Merel Smit" initials="MS" userId="Merel Smit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7B1"/>
    <a:srgbClr val="616160"/>
    <a:srgbClr val="EB6012"/>
    <a:srgbClr val="F3F3F3"/>
    <a:srgbClr val="0F59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F1DF0E-4CD5-47A6-956E-30C9B54C11A9}" v="13" dt="2023-08-30T12:51:49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51"/>
    <p:restoredTop sz="74548" autoAdjust="0"/>
  </p:normalViewPr>
  <p:slideViewPr>
    <p:cSldViewPr snapToGrid="0" snapToObjects="1">
      <p:cViewPr varScale="1">
        <p:scale>
          <a:sx n="144" d="100"/>
          <a:sy n="144" d="100"/>
        </p:scale>
        <p:origin x="21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9" d="100"/>
          <a:sy n="109" d="100"/>
        </p:scale>
        <p:origin x="5928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rel Smit" userId="5e25d0cd-556c-4594-993b-f0ea914f8377" providerId="ADAL" clId="{11B7F6FA-B02F-41EB-ADE3-3267F2CDFA66}"/>
    <pc:docChg chg="modSld">
      <pc:chgData name="Merel Smit" userId="5e25d0cd-556c-4594-993b-f0ea914f8377" providerId="ADAL" clId="{11B7F6FA-B02F-41EB-ADE3-3267F2CDFA66}" dt="2023-07-06T10:15:33.408" v="4" actId="1076"/>
      <pc:docMkLst>
        <pc:docMk/>
      </pc:docMkLst>
      <pc:sldChg chg="addSp modSp mod">
        <pc:chgData name="Merel Smit" userId="5e25d0cd-556c-4594-993b-f0ea914f8377" providerId="ADAL" clId="{11B7F6FA-B02F-41EB-ADE3-3267F2CDFA66}" dt="2023-07-06T10:15:33.408" v="4" actId="1076"/>
        <pc:sldMkLst>
          <pc:docMk/>
          <pc:sldMk cId="3573045256" sldId="2123258587"/>
        </pc:sldMkLst>
        <pc:picChg chg="add mod">
          <ac:chgData name="Merel Smit" userId="5e25d0cd-556c-4594-993b-f0ea914f8377" providerId="ADAL" clId="{11B7F6FA-B02F-41EB-ADE3-3267F2CDFA66}" dt="2023-07-06T10:15:33.408" v="4" actId="1076"/>
          <ac:picMkLst>
            <pc:docMk/>
            <pc:sldMk cId="3573045256" sldId="2123258587"/>
            <ac:picMk id="3" creationId="{A20664C7-F03D-F73C-6BA6-C935EADCA5EC}"/>
          </ac:picMkLst>
        </pc:picChg>
      </pc:sldChg>
    </pc:docChg>
  </pc:docChgLst>
  <pc:docChgLst>
    <pc:chgData name="Hilde Teunissen" userId="647f55e4-e1dd-4a24-ba69-9f3ce8d75f34" providerId="ADAL" clId="{87F1DF0E-4CD5-47A6-956E-30C9B54C11A9}"/>
    <pc:docChg chg="undo custSel addSld delSld modSld">
      <pc:chgData name="Hilde Teunissen" userId="647f55e4-e1dd-4a24-ba69-9f3ce8d75f34" providerId="ADAL" clId="{87F1DF0E-4CD5-47A6-956E-30C9B54C11A9}" dt="2023-08-30T12:52:08.994" v="23" actId="2696"/>
      <pc:docMkLst>
        <pc:docMk/>
      </pc:docMkLst>
      <pc:sldChg chg="del">
        <pc:chgData name="Hilde Teunissen" userId="647f55e4-e1dd-4a24-ba69-9f3ce8d75f34" providerId="ADAL" clId="{87F1DF0E-4CD5-47A6-956E-30C9B54C11A9}" dt="2023-08-30T12:42:17.663" v="0" actId="2696"/>
        <pc:sldMkLst>
          <pc:docMk/>
          <pc:sldMk cId="3617086653" sldId="273"/>
        </pc:sldMkLst>
      </pc:sldChg>
      <pc:sldChg chg="del">
        <pc:chgData name="Hilde Teunissen" userId="647f55e4-e1dd-4a24-ba69-9f3ce8d75f34" providerId="ADAL" clId="{87F1DF0E-4CD5-47A6-956E-30C9B54C11A9}" dt="2023-08-30T12:52:08.994" v="23" actId="2696"/>
        <pc:sldMkLst>
          <pc:docMk/>
          <pc:sldMk cId="1771776108" sldId="2123258584"/>
        </pc:sldMkLst>
      </pc:sldChg>
      <pc:sldChg chg="del">
        <pc:chgData name="Hilde Teunissen" userId="647f55e4-e1dd-4a24-ba69-9f3ce8d75f34" providerId="ADAL" clId="{87F1DF0E-4CD5-47A6-956E-30C9B54C11A9}" dt="2023-08-30T12:46:42.124" v="7" actId="2696"/>
        <pc:sldMkLst>
          <pc:docMk/>
          <pc:sldMk cId="3573045256" sldId="2123258587"/>
        </pc:sldMkLst>
      </pc:sldChg>
      <pc:sldChg chg="add del setBg">
        <pc:chgData name="Hilde Teunissen" userId="647f55e4-e1dd-4a24-ba69-9f3ce8d75f34" providerId="ADAL" clId="{87F1DF0E-4CD5-47A6-956E-30C9B54C11A9}" dt="2023-08-30T12:51:30.911" v="19" actId="2696"/>
        <pc:sldMkLst>
          <pc:docMk/>
          <pc:sldMk cId="1958846" sldId="2123258588"/>
        </pc:sldMkLst>
      </pc:sldChg>
      <pc:sldChg chg="new del">
        <pc:chgData name="Hilde Teunissen" userId="647f55e4-e1dd-4a24-ba69-9f3ce8d75f34" providerId="ADAL" clId="{87F1DF0E-4CD5-47A6-956E-30C9B54C11A9}" dt="2023-08-30T12:42:36.392" v="3" actId="2696"/>
        <pc:sldMkLst>
          <pc:docMk/>
          <pc:sldMk cId="3425571098" sldId="2123258592"/>
        </pc:sldMkLst>
      </pc:sldChg>
      <pc:sldChg chg="add del setBg">
        <pc:chgData name="Hilde Teunissen" userId="647f55e4-e1dd-4a24-ba69-9f3ce8d75f34" providerId="ADAL" clId="{87F1DF0E-4CD5-47A6-956E-30C9B54C11A9}" dt="2023-08-30T12:51:52.479" v="22" actId="2696"/>
        <pc:sldMkLst>
          <pc:docMk/>
          <pc:sldMk cId="1343969936" sldId="2123258593"/>
        </pc:sldMkLst>
      </pc:sldChg>
      <pc:sldChg chg="add">
        <pc:chgData name="Hilde Teunissen" userId="647f55e4-e1dd-4a24-ba69-9f3ce8d75f34" providerId="ADAL" clId="{87F1DF0E-4CD5-47A6-956E-30C9B54C11A9}" dt="2023-08-30T12:42:32.570" v="2"/>
        <pc:sldMkLst>
          <pc:docMk/>
          <pc:sldMk cId="3425113843" sldId="2123258747"/>
        </pc:sldMkLst>
      </pc:sldChg>
      <pc:sldChg chg="add del">
        <pc:chgData name="Hilde Teunissen" userId="647f55e4-e1dd-4a24-ba69-9f3ce8d75f34" providerId="ADAL" clId="{87F1DF0E-4CD5-47A6-956E-30C9B54C11A9}" dt="2023-08-30T12:46:39.379" v="6" actId="2696"/>
        <pc:sldMkLst>
          <pc:docMk/>
          <pc:sldMk cId="579594082" sldId="2123258749"/>
        </pc:sldMkLst>
      </pc:sldChg>
      <pc:sldChg chg="add">
        <pc:chgData name="Hilde Teunissen" userId="647f55e4-e1dd-4a24-ba69-9f3ce8d75f34" providerId="ADAL" clId="{87F1DF0E-4CD5-47A6-956E-30C9B54C11A9}" dt="2023-08-30T12:49:23.957" v="8"/>
        <pc:sldMkLst>
          <pc:docMk/>
          <pc:sldMk cId="517776139" sldId="2147472980"/>
        </pc:sldMkLst>
      </pc:sldChg>
      <pc:sldChg chg="add">
        <pc:chgData name="Hilde Teunissen" userId="647f55e4-e1dd-4a24-ba69-9f3ce8d75f34" providerId="ADAL" clId="{87F1DF0E-4CD5-47A6-956E-30C9B54C11A9}" dt="2023-08-30T12:49:31.986" v="9"/>
        <pc:sldMkLst>
          <pc:docMk/>
          <pc:sldMk cId="1769548113" sldId="2147473063"/>
        </pc:sldMkLst>
      </pc:sldChg>
      <pc:sldChg chg="add del setBg">
        <pc:chgData name="Hilde Teunissen" userId="647f55e4-e1dd-4a24-ba69-9f3ce8d75f34" providerId="ADAL" clId="{87F1DF0E-4CD5-47A6-956E-30C9B54C11A9}" dt="2023-08-30T12:50:26.773" v="15"/>
        <pc:sldMkLst>
          <pc:docMk/>
          <pc:sldMk cId="122048352" sldId="2147473064"/>
        </pc:sldMkLst>
      </pc:sldChg>
      <pc:sldChg chg="add del setBg">
        <pc:chgData name="Hilde Teunissen" userId="647f55e4-e1dd-4a24-ba69-9f3ce8d75f34" providerId="ADAL" clId="{87F1DF0E-4CD5-47A6-956E-30C9B54C11A9}" dt="2023-08-30T12:51:24.509" v="18" actId="2696"/>
        <pc:sldMkLst>
          <pc:docMk/>
          <pc:sldMk cId="2776586669" sldId="2147473064"/>
        </pc:sldMkLst>
      </pc:sldChg>
      <pc:sldChg chg="add">
        <pc:chgData name="Hilde Teunissen" userId="647f55e4-e1dd-4a24-ba69-9f3ce8d75f34" providerId="ADAL" clId="{87F1DF0E-4CD5-47A6-956E-30C9B54C11A9}" dt="2023-08-30T12:51:18.754" v="17"/>
        <pc:sldMkLst>
          <pc:docMk/>
          <pc:sldMk cId="3938493899" sldId="2147473065"/>
        </pc:sldMkLst>
      </pc:sldChg>
      <pc:sldChg chg="add">
        <pc:chgData name="Hilde Teunissen" userId="647f55e4-e1dd-4a24-ba69-9f3ce8d75f34" providerId="ADAL" clId="{87F1DF0E-4CD5-47A6-956E-30C9B54C11A9}" dt="2023-08-30T12:51:49.484" v="21"/>
        <pc:sldMkLst>
          <pc:docMk/>
          <pc:sldMk cId="1363946702" sldId="2147473066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tlassian.com/git/tutorials/git-subtree" TargetMode="External"/><Relationship Id="rId1" Type="http://schemas.openxmlformats.org/officeDocument/2006/relationships/hyperlink" Target="https://www.atlassian.com/git/tutorials/git-submodule" TargetMode="External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tlassian.com/git/tutorials/git-subtree" TargetMode="External"/><Relationship Id="rId1" Type="http://schemas.openxmlformats.org/officeDocument/2006/relationships/hyperlink" Target="https://www.atlassian.com/git/tutorials/git-submodule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5FB484-D652-4C8A-8769-1608B72F9E83}" type="doc">
      <dgm:prSet loTypeId="urn:microsoft.com/office/officeart/2005/8/layout/vList5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FF554FB-FB23-4736-A35F-4E34796C95B8}">
      <dgm:prSet/>
      <dgm:spPr/>
      <dgm:t>
        <a:bodyPr/>
        <a:lstStyle/>
        <a:p>
          <a:r>
            <a:rPr lang="en-GB"/>
            <a:t>You are working on a project while simultaneously also developing a shared library that you want to re-use and release later. How would you do this?</a:t>
          </a:r>
          <a:endParaRPr lang="en-US"/>
        </a:p>
      </dgm:t>
    </dgm:pt>
    <dgm:pt modelId="{102D663F-457F-4469-B1D4-623F65406E6E}" type="parTrans" cxnId="{1EDD48BB-E76B-4A22-A35D-A5790862B3AF}">
      <dgm:prSet/>
      <dgm:spPr/>
      <dgm:t>
        <a:bodyPr/>
        <a:lstStyle/>
        <a:p>
          <a:endParaRPr lang="en-US"/>
        </a:p>
      </dgm:t>
    </dgm:pt>
    <dgm:pt modelId="{420957E4-17AF-4468-984A-E080242C6F8C}" type="sibTrans" cxnId="{1EDD48BB-E76B-4A22-A35D-A5790862B3AF}">
      <dgm:prSet/>
      <dgm:spPr/>
      <dgm:t>
        <a:bodyPr/>
        <a:lstStyle/>
        <a:p>
          <a:endParaRPr lang="en-US"/>
        </a:p>
      </dgm:t>
    </dgm:pt>
    <dgm:pt modelId="{F0C39A9F-2618-4A1E-A8B2-4738A6E47118}">
      <dgm:prSet/>
      <dgm:spPr/>
      <dgm:t>
        <a:bodyPr/>
        <a:lstStyle/>
        <a:p>
          <a:r>
            <a:rPr lang="en-GB"/>
            <a:t>Using your architecture. Publish your library as an artifact and consume it from your application. Your application is contained in a separate Git repository as well as your library.</a:t>
          </a:r>
          <a:endParaRPr lang="en-US"/>
        </a:p>
      </dgm:t>
    </dgm:pt>
    <dgm:pt modelId="{214EF6EA-D4E3-477B-90CE-4DC05A375383}" type="parTrans" cxnId="{D5AF0F01-D55D-4E5F-804C-8CCF63A8480F}">
      <dgm:prSet/>
      <dgm:spPr/>
      <dgm:t>
        <a:bodyPr/>
        <a:lstStyle/>
        <a:p>
          <a:endParaRPr lang="en-US"/>
        </a:p>
      </dgm:t>
    </dgm:pt>
    <dgm:pt modelId="{FC0D862D-24F2-43EA-925A-C6F210876EC3}" type="sibTrans" cxnId="{D5AF0F01-D55D-4E5F-804C-8CCF63A8480F}">
      <dgm:prSet/>
      <dgm:spPr/>
      <dgm:t>
        <a:bodyPr/>
        <a:lstStyle/>
        <a:p>
          <a:endParaRPr lang="en-US"/>
        </a:p>
      </dgm:t>
    </dgm:pt>
    <dgm:pt modelId="{7B5788F3-B1A2-4403-8CC5-A2F4B73EF05F}">
      <dgm:prSet/>
      <dgm:spPr/>
      <dgm:t>
        <a:bodyPr/>
        <a:lstStyle/>
        <a:p>
          <a:r>
            <a:rPr lang="en-GB" dirty="0"/>
            <a:t>Cons: cumbersome while the library is still in development (and your application is driving that development). </a:t>
          </a:r>
          <a:br>
            <a:rPr lang="en-GB" dirty="0"/>
          </a:br>
          <a:endParaRPr lang="en-US" dirty="0"/>
        </a:p>
      </dgm:t>
    </dgm:pt>
    <dgm:pt modelId="{06D5504A-555C-4E54-B017-251E1DAEDF2C}" type="parTrans" cxnId="{10D7EBC7-E6AA-44BD-9A9D-787C4891ECD3}">
      <dgm:prSet/>
      <dgm:spPr/>
      <dgm:t>
        <a:bodyPr/>
        <a:lstStyle/>
        <a:p>
          <a:endParaRPr lang="en-US"/>
        </a:p>
      </dgm:t>
    </dgm:pt>
    <dgm:pt modelId="{AEBF130C-D73E-4444-856A-9BDDE79463C7}" type="sibTrans" cxnId="{10D7EBC7-E6AA-44BD-9A9D-787C4891ECD3}">
      <dgm:prSet/>
      <dgm:spPr/>
      <dgm:t>
        <a:bodyPr/>
        <a:lstStyle/>
        <a:p>
          <a:endParaRPr lang="en-US"/>
        </a:p>
      </dgm:t>
    </dgm:pt>
    <dgm:pt modelId="{4C0A2603-38D4-4235-AD87-7D3A09AD349D}">
      <dgm:prSet/>
      <dgm:spPr/>
      <dgm:t>
        <a:bodyPr/>
        <a:lstStyle/>
        <a:p>
          <a:r>
            <a:rPr lang="en-GB" dirty="0"/>
            <a:t>Using </a:t>
          </a:r>
          <a:r>
            <a:rPr lang="en-GB" dirty="0">
              <a:hlinkClick xmlns:r="http://schemas.openxmlformats.org/officeDocument/2006/relationships" r:id="rId1"/>
            </a:rPr>
            <a:t>Git Submodules</a:t>
          </a:r>
          <a:r>
            <a:rPr lang="en-GB" dirty="0"/>
            <a:t> to add a source dependency in your application.</a:t>
          </a:r>
          <a:endParaRPr lang="en-US" dirty="0"/>
        </a:p>
      </dgm:t>
    </dgm:pt>
    <dgm:pt modelId="{730A4D87-3009-4A78-9E8A-BBE6B7288079}" type="parTrans" cxnId="{649063A5-0644-4AF8-9A65-09905742CE08}">
      <dgm:prSet/>
      <dgm:spPr/>
      <dgm:t>
        <a:bodyPr/>
        <a:lstStyle/>
        <a:p>
          <a:endParaRPr lang="en-US"/>
        </a:p>
      </dgm:t>
    </dgm:pt>
    <dgm:pt modelId="{14CE31CF-4D0E-427A-9EB1-49A038F62985}" type="sibTrans" cxnId="{649063A5-0644-4AF8-9A65-09905742CE08}">
      <dgm:prSet/>
      <dgm:spPr/>
      <dgm:t>
        <a:bodyPr/>
        <a:lstStyle/>
        <a:p>
          <a:endParaRPr lang="en-US"/>
        </a:p>
      </dgm:t>
    </dgm:pt>
    <dgm:pt modelId="{C8DBC16A-1F37-4B76-83DB-9BFCE59B7FFD}">
      <dgm:prSet/>
      <dgm:spPr/>
      <dgm:t>
        <a:bodyPr/>
        <a:lstStyle/>
        <a:p>
          <a:r>
            <a:rPr lang="en-GB" dirty="0"/>
            <a:t>Cons: No longer recommended, so will not be discussed in detail.</a:t>
          </a:r>
          <a:br>
            <a:rPr lang="en-GB" dirty="0"/>
          </a:br>
          <a:endParaRPr lang="en-US" dirty="0"/>
        </a:p>
      </dgm:t>
    </dgm:pt>
    <dgm:pt modelId="{A4E23B76-34C0-4109-AB3F-43E56C7041E3}" type="parTrans" cxnId="{580D7156-1948-430F-BC8E-4438EC11AA43}">
      <dgm:prSet/>
      <dgm:spPr/>
      <dgm:t>
        <a:bodyPr/>
        <a:lstStyle/>
        <a:p>
          <a:endParaRPr lang="en-US"/>
        </a:p>
      </dgm:t>
    </dgm:pt>
    <dgm:pt modelId="{81EE4203-8F95-4A42-BB27-6FE0BD333177}" type="sibTrans" cxnId="{580D7156-1948-430F-BC8E-4438EC11AA43}">
      <dgm:prSet/>
      <dgm:spPr/>
      <dgm:t>
        <a:bodyPr/>
        <a:lstStyle/>
        <a:p>
          <a:endParaRPr lang="en-US"/>
        </a:p>
      </dgm:t>
    </dgm:pt>
    <dgm:pt modelId="{B22E6FEA-CD41-4250-BEEF-F34632DB0944}">
      <dgm:prSet/>
      <dgm:spPr/>
      <dgm:t>
        <a:bodyPr/>
        <a:lstStyle/>
        <a:p>
          <a:r>
            <a:rPr lang="en-GB"/>
            <a:t>Using </a:t>
          </a:r>
          <a:r>
            <a:rPr lang="en-GB">
              <a:hlinkClick xmlns:r="http://schemas.openxmlformats.org/officeDocument/2006/relationships" r:id="rId2"/>
            </a:rPr>
            <a:t>Git Subtree</a:t>
          </a:r>
          <a:r>
            <a:rPr lang="en-GB"/>
            <a:t>. Similar in functionality to submodules but more recent and with less steps.</a:t>
          </a:r>
          <a:endParaRPr lang="en-US"/>
        </a:p>
      </dgm:t>
    </dgm:pt>
    <dgm:pt modelId="{DB8EDD9E-6510-4C83-9A44-469FCAF9A5A7}" type="parTrans" cxnId="{867C3386-C693-4C51-B6BB-838A3285F780}">
      <dgm:prSet/>
      <dgm:spPr/>
      <dgm:t>
        <a:bodyPr/>
        <a:lstStyle/>
        <a:p>
          <a:endParaRPr lang="en-US"/>
        </a:p>
      </dgm:t>
    </dgm:pt>
    <dgm:pt modelId="{4A4119B2-BE09-4656-AACC-F7F6CB301E36}" type="sibTrans" cxnId="{867C3386-C693-4C51-B6BB-838A3285F780}">
      <dgm:prSet/>
      <dgm:spPr/>
      <dgm:t>
        <a:bodyPr/>
        <a:lstStyle/>
        <a:p>
          <a:endParaRPr lang="en-US"/>
        </a:p>
      </dgm:t>
    </dgm:pt>
    <dgm:pt modelId="{AC49CA5D-A82A-41B6-98B4-188893B560DE}" type="pres">
      <dgm:prSet presAssocID="{A25FB484-D652-4C8A-8769-1608B72F9E83}" presName="Name0" presStyleCnt="0">
        <dgm:presLayoutVars>
          <dgm:dir/>
          <dgm:animLvl val="lvl"/>
          <dgm:resizeHandles val="exact"/>
        </dgm:presLayoutVars>
      </dgm:prSet>
      <dgm:spPr/>
    </dgm:pt>
    <dgm:pt modelId="{DE795F54-75DA-4B07-8559-74CF818C5231}" type="pres">
      <dgm:prSet presAssocID="{1FF554FB-FB23-4736-A35F-4E34796C95B8}" presName="linNode" presStyleCnt="0"/>
      <dgm:spPr/>
    </dgm:pt>
    <dgm:pt modelId="{EBB41309-2D63-41A6-B87B-B5755ED7BC15}" type="pres">
      <dgm:prSet presAssocID="{1FF554FB-FB23-4736-A35F-4E34796C95B8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38AB8DA7-14E5-42C2-A17C-1EE213CE6CED}" type="pres">
      <dgm:prSet presAssocID="{1FF554FB-FB23-4736-A35F-4E34796C95B8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D5AF0F01-D55D-4E5F-804C-8CCF63A8480F}" srcId="{1FF554FB-FB23-4736-A35F-4E34796C95B8}" destId="{F0C39A9F-2618-4A1E-A8B2-4738A6E47118}" srcOrd="0" destOrd="0" parTransId="{214EF6EA-D4E3-477B-90CE-4DC05A375383}" sibTransId="{FC0D862D-24F2-43EA-925A-C6F210876EC3}"/>
    <dgm:cxn modelId="{6448DF70-21DC-4331-8D1B-02B8D844760F}" type="presOf" srcId="{1FF554FB-FB23-4736-A35F-4E34796C95B8}" destId="{EBB41309-2D63-41A6-B87B-B5755ED7BC15}" srcOrd="0" destOrd="0" presId="urn:microsoft.com/office/officeart/2005/8/layout/vList5"/>
    <dgm:cxn modelId="{580D7156-1948-430F-BC8E-4438EC11AA43}" srcId="{4C0A2603-38D4-4235-AD87-7D3A09AD349D}" destId="{C8DBC16A-1F37-4B76-83DB-9BFCE59B7FFD}" srcOrd="0" destOrd="0" parTransId="{A4E23B76-34C0-4109-AB3F-43E56C7041E3}" sibTransId="{81EE4203-8F95-4A42-BB27-6FE0BD333177}"/>
    <dgm:cxn modelId="{18224982-0995-4713-9536-177ED5B74250}" type="presOf" srcId="{B22E6FEA-CD41-4250-BEEF-F34632DB0944}" destId="{38AB8DA7-14E5-42C2-A17C-1EE213CE6CED}" srcOrd="0" destOrd="4" presId="urn:microsoft.com/office/officeart/2005/8/layout/vList5"/>
    <dgm:cxn modelId="{867C3386-C693-4C51-B6BB-838A3285F780}" srcId="{1FF554FB-FB23-4736-A35F-4E34796C95B8}" destId="{B22E6FEA-CD41-4250-BEEF-F34632DB0944}" srcOrd="2" destOrd="0" parTransId="{DB8EDD9E-6510-4C83-9A44-469FCAF9A5A7}" sibTransId="{4A4119B2-BE09-4656-AACC-F7F6CB301E36}"/>
    <dgm:cxn modelId="{649063A5-0644-4AF8-9A65-09905742CE08}" srcId="{1FF554FB-FB23-4736-A35F-4E34796C95B8}" destId="{4C0A2603-38D4-4235-AD87-7D3A09AD349D}" srcOrd="1" destOrd="0" parTransId="{730A4D87-3009-4A78-9E8A-BBE6B7288079}" sibTransId="{14CE31CF-4D0E-427A-9EB1-49A038F62985}"/>
    <dgm:cxn modelId="{324C20AB-DDC0-476F-940A-8D7260621823}" type="presOf" srcId="{7B5788F3-B1A2-4403-8CC5-A2F4B73EF05F}" destId="{38AB8DA7-14E5-42C2-A17C-1EE213CE6CED}" srcOrd="0" destOrd="1" presId="urn:microsoft.com/office/officeart/2005/8/layout/vList5"/>
    <dgm:cxn modelId="{1EDD48BB-E76B-4A22-A35D-A5790862B3AF}" srcId="{A25FB484-D652-4C8A-8769-1608B72F9E83}" destId="{1FF554FB-FB23-4736-A35F-4E34796C95B8}" srcOrd="0" destOrd="0" parTransId="{102D663F-457F-4469-B1D4-623F65406E6E}" sibTransId="{420957E4-17AF-4468-984A-E080242C6F8C}"/>
    <dgm:cxn modelId="{60ECCEBC-96C3-47DC-A1E6-42B92145E8CC}" type="presOf" srcId="{4C0A2603-38D4-4235-AD87-7D3A09AD349D}" destId="{38AB8DA7-14E5-42C2-A17C-1EE213CE6CED}" srcOrd="0" destOrd="2" presId="urn:microsoft.com/office/officeart/2005/8/layout/vList5"/>
    <dgm:cxn modelId="{10D7EBC7-E6AA-44BD-9A9D-787C4891ECD3}" srcId="{F0C39A9F-2618-4A1E-A8B2-4738A6E47118}" destId="{7B5788F3-B1A2-4403-8CC5-A2F4B73EF05F}" srcOrd="0" destOrd="0" parTransId="{06D5504A-555C-4E54-B017-251E1DAEDF2C}" sibTransId="{AEBF130C-D73E-4444-856A-9BDDE79463C7}"/>
    <dgm:cxn modelId="{39C733D5-055B-4240-B2B5-7B22DDA2ADBC}" type="presOf" srcId="{C8DBC16A-1F37-4B76-83DB-9BFCE59B7FFD}" destId="{38AB8DA7-14E5-42C2-A17C-1EE213CE6CED}" srcOrd="0" destOrd="3" presId="urn:microsoft.com/office/officeart/2005/8/layout/vList5"/>
    <dgm:cxn modelId="{D7EFDDF1-AB50-48E1-AE8E-419EE7612473}" type="presOf" srcId="{F0C39A9F-2618-4A1E-A8B2-4738A6E47118}" destId="{38AB8DA7-14E5-42C2-A17C-1EE213CE6CED}" srcOrd="0" destOrd="0" presId="urn:microsoft.com/office/officeart/2005/8/layout/vList5"/>
    <dgm:cxn modelId="{4A2846FB-DC69-44DB-9A21-B86807DA6356}" type="presOf" srcId="{A25FB484-D652-4C8A-8769-1608B72F9E83}" destId="{AC49CA5D-A82A-41B6-98B4-188893B560DE}" srcOrd="0" destOrd="0" presId="urn:microsoft.com/office/officeart/2005/8/layout/vList5"/>
    <dgm:cxn modelId="{79BC7BAF-1466-48B3-BA76-BB39ED113F06}" type="presParOf" srcId="{AC49CA5D-A82A-41B6-98B4-188893B560DE}" destId="{DE795F54-75DA-4B07-8559-74CF818C5231}" srcOrd="0" destOrd="0" presId="urn:microsoft.com/office/officeart/2005/8/layout/vList5"/>
    <dgm:cxn modelId="{1F88DF1B-8BE2-4CE0-B2C0-DECFB35BE0F8}" type="presParOf" srcId="{DE795F54-75DA-4B07-8559-74CF818C5231}" destId="{EBB41309-2D63-41A6-B87B-B5755ED7BC15}" srcOrd="0" destOrd="0" presId="urn:microsoft.com/office/officeart/2005/8/layout/vList5"/>
    <dgm:cxn modelId="{67468FC6-FC24-4D3E-A59D-3B9F93F901ED}" type="presParOf" srcId="{DE795F54-75DA-4B07-8559-74CF818C5231}" destId="{38AB8DA7-14E5-42C2-A17C-1EE213CE6CE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1F2C48-8483-44F7-9B4E-F6CB09C8EE45}" type="doc">
      <dgm:prSet loTypeId="urn:microsoft.com/office/officeart/2005/8/layout/vList5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6EC2576-2735-4E1A-82CE-F9596B918938}">
      <dgm:prSet/>
      <dgm:spPr/>
      <dgm:t>
        <a:bodyPr/>
        <a:lstStyle/>
        <a:p>
          <a:r>
            <a:rPr lang="en-GB" dirty="0"/>
            <a:t>Getting the library in your repository:</a:t>
          </a:r>
          <a:endParaRPr lang="en-US" dirty="0"/>
        </a:p>
      </dgm:t>
    </dgm:pt>
    <dgm:pt modelId="{AD6ACEE0-ED1A-46A3-9864-D7A2E7167E9A}" type="parTrans" cxnId="{62885D22-296C-48F3-B82C-3EFC7557CC5A}">
      <dgm:prSet/>
      <dgm:spPr/>
      <dgm:t>
        <a:bodyPr/>
        <a:lstStyle/>
        <a:p>
          <a:endParaRPr lang="en-US"/>
        </a:p>
      </dgm:t>
    </dgm:pt>
    <dgm:pt modelId="{388F25E1-0749-4F63-88BD-E9E360A5D859}" type="sibTrans" cxnId="{62885D22-296C-48F3-B82C-3EFC7557CC5A}">
      <dgm:prSet/>
      <dgm:spPr/>
      <dgm:t>
        <a:bodyPr/>
        <a:lstStyle/>
        <a:p>
          <a:endParaRPr lang="en-US"/>
        </a:p>
      </dgm:t>
    </dgm:pt>
    <dgm:pt modelId="{636FECD7-5939-4DC6-8353-3DFBEFA510BC}">
      <dgm:prSet/>
      <dgm:spPr/>
      <dgm:t>
        <a:bodyPr/>
        <a:lstStyle/>
        <a:p>
          <a:r>
            <a:rPr lang="en-GB"/>
            <a:t>Add the shared library as a remote </a:t>
          </a:r>
          <a:endParaRPr lang="en-US"/>
        </a:p>
      </dgm:t>
    </dgm:pt>
    <dgm:pt modelId="{9E68F3A7-FE81-4EF7-86D7-C2E81280E01F}" type="parTrans" cxnId="{16DDD7B2-6674-4F06-A699-A3967AE3B3D2}">
      <dgm:prSet/>
      <dgm:spPr/>
      <dgm:t>
        <a:bodyPr/>
        <a:lstStyle/>
        <a:p>
          <a:endParaRPr lang="en-US"/>
        </a:p>
      </dgm:t>
    </dgm:pt>
    <dgm:pt modelId="{2C224267-E4B8-4B95-B6A5-C397CCEB30C0}" type="sibTrans" cxnId="{16DDD7B2-6674-4F06-A699-A3967AE3B3D2}">
      <dgm:prSet/>
      <dgm:spPr/>
      <dgm:t>
        <a:bodyPr/>
        <a:lstStyle/>
        <a:p>
          <a:endParaRPr lang="en-US"/>
        </a:p>
      </dgm:t>
    </dgm:pt>
    <dgm:pt modelId="{D30A2A9F-8548-4C1D-BAD3-2B373E851540}">
      <dgm:prSet/>
      <dgm:spPr/>
      <dgm:t>
        <a:bodyPr/>
        <a:lstStyle/>
        <a:p>
          <a:r>
            <a:rPr lang="en-US"/>
            <a:t>Use subtree to download the sources in the existing repository </a:t>
          </a:r>
        </a:p>
      </dgm:t>
    </dgm:pt>
    <dgm:pt modelId="{60C90788-5286-4032-BFF5-5E94C7D99697}" type="parTrans" cxnId="{CE5744E7-3449-43EC-A4E4-AC22400A22C7}">
      <dgm:prSet/>
      <dgm:spPr/>
      <dgm:t>
        <a:bodyPr/>
        <a:lstStyle/>
        <a:p>
          <a:endParaRPr lang="en-US"/>
        </a:p>
      </dgm:t>
    </dgm:pt>
    <dgm:pt modelId="{D005B97D-25E7-49D5-9DFE-553380465B2B}" type="sibTrans" cxnId="{CE5744E7-3449-43EC-A4E4-AC22400A22C7}">
      <dgm:prSet/>
      <dgm:spPr/>
      <dgm:t>
        <a:bodyPr/>
        <a:lstStyle/>
        <a:p>
          <a:endParaRPr lang="en-US"/>
        </a:p>
      </dgm:t>
    </dgm:pt>
    <dgm:pt modelId="{40E39404-3497-4DC4-B06A-A2F753321D0D}">
      <dgm:prSet/>
      <dgm:spPr/>
      <dgm:t>
        <a:bodyPr/>
        <a:lstStyle/>
        <a:p>
          <a:r>
            <a:rPr lang="en-US"/>
            <a:t>When necessary, update the subtree with changes from the remote</a:t>
          </a:r>
        </a:p>
      </dgm:t>
    </dgm:pt>
    <dgm:pt modelId="{8E557328-BC26-4B70-9936-37187E263440}" type="parTrans" cxnId="{952E8235-4879-4414-8606-E5FD15FDA156}">
      <dgm:prSet/>
      <dgm:spPr/>
      <dgm:t>
        <a:bodyPr/>
        <a:lstStyle/>
        <a:p>
          <a:endParaRPr lang="en-US"/>
        </a:p>
      </dgm:t>
    </dgm:pt>
    <dgm:pt modelId="{8F0889C5-50B3-40A8-89B9-CEDA1BEE613C}" type="sibTrans" cxnId="{952E8235-4879-4414-8606-E5FD15FDA156}">
      <dgm:prSet/>
      <dgm:spPr/>
      <dgm:t>
        <a:bodyPr/>
        <a:lstStyle/>
        <a:p>
          <a:endParaRPr lang="en-US"/>
        </a:p>
      </dgm:t>
    </dgm:pt>
    <dgm:pt modelId="{A9CE71A6-C94F-4EDE-BAD1-043833F11C7B}">
      <dgm:prSet/>
      <dgm:spPr/>
      <dgm:t>
        <a:bodyPr/>
        <a:lstStyle/>
        <a:p>
          <a:r>
            <a:rPr lang="en-US" dirty="0"/>
            <a:t>Pushing changes back into the library:</a:t>
          </a:r>
        </a:p>
      </dgm:t>
    </dgm:pt>
    <dgm:pt modelId="{1A31292E-B7D6-4FB0-864D-544C470B237F}" type="parTrans" cxnId="{6F11E9E7-B703-4D20-B498-4A6884F749F6}">
      <dgm:prSet/>
      <dgm:spPr/>
      <dgm:t>
        <a:bodyPr/>
        <a:lstStyle/>
        <a:p>
          <a:endParaRPr lang="en-US"/>
        </a:p>
      </dgm:t>
    </dgm:pt>
    <dgm:pt modelId="{E8ABE657-3EE9-4638-A066-37BAB2F63576}" type="sibTrans" cxnId="{6F11E9E7-B703-4D20-B498-4A6884F749F6}">
      <dgm:prSet/>
      <dgm:spPr/>
      <dgm:t>
        <a:bodyPr/>
        <a:lstStyle/>
        <a:p>
          <a:endParaRPr lang="en-US"/>
        </a:p>
      </dgm:t>
    </dgm:pt>
    <dgm:pt modelId="{AA139A94-8D3A-43C4-952E-A967FCA7D49C}">
      <dgm:prSet/>
      <dgm:spPr/>
      <dgm:t>
        <a:bodyPr/>
        <a:lstStyle/>
        <a:p>
          <a:r>
            <a:rPr lang="en-US"/>
            <a:t>Make a change in the dependency folder and add it to the repository</a:t>
          </a:r>
        </a:p>
      </dgm:t>
    </dgm:pt>
    <dgm:pt modelId="{1A93A0AC-F3F5-4932-989D-4C478006371E}" type="parTrans" cxnId="{6DE0241A-8F76-403E-9F9D-DB78FA8346F5}">
      <dgm:prSet/>
      <dgm:spPr/>
      <dgm:t>
        <a:bodyPr/>
        <a:lstStyle/>
        <a:p>
          <a:endParaRPr lang="en-US"/>
        </a:p>
      </dgm:t>
    </dgm:pt>
    <dgm:pt modelId="{B8FD9DEA-B751-4836-B4DA-76145AAD803B}" type="sibTrans" cxnId="{6DE0241A-8F76-403E-9F9D-DB78FA8346F5}">
      <dgm:prSet/>
      <dgm:spPr/>
      <dgm:t>
        <a:bodyPr/>
        <a:lstStyle/>
        <a:p>
          <a:endParaRPr lang="en-US"/>
        </a:p>
      </dgm:t>
    </dgm:pt>
    <dgm:pt modelId="{8B61B020-0DCE-418B-AE18-109B14D78334}">
      <dgm:prSet/>
      <dgm:spPr/>
      <dgm:t>
        <a:bodyPr/>
        <a:lstStyle/>
        <a:p>
          <a:r>
            <a:rPr lang="en-US"/>
            <a:t>Push changes back into the remote (make sure that you have sufficient rights)</a:t>
          </a:r>
        </a:p>
      </dgm:t>
    </dgm:pt>
    <dgm:pt modelId="{2ADA793C-B0CC-4085-88B5-A7D1FBC7A534}" type="parTrans" cxnId="{54909603-E8A7-4C75-B91C-328528B0EB85}">
      <dgm:prSet/>
      <dgm:spPr/>
      <dgm:t>
        <a:bodyPr/>
        <a:lstStyle/>
        <a:p>
          <a:endParaRPr lang="en-US"/>
        </a:p>
      </dgm:t>
    </dgm:pt>
    <dgm:pt modelId="{63F32765-C0E5-4708-B639-850B276AAB64}" type="sibTrans" cxnId="{54909603-E8A7-4C75-B91C-328528B0EB85}">
      <dgm:prSet/>
      <dgm:spPr/>
      <dgm:t>
        <a:bodyPr/>
        <a:lstStyle/>
        <a:p>
          <a:endParaRPr lang="en-US"/>
        </a:p>
      </dgm:t>
    </dgm:pt>
    <dgm:pt modelId="{A7110DAD-12D8-4EDE-8848-CB878A98F94A}" type="pres">
      <dgm:prSet presAssocID="{7E1F2C48-8483-44F7-9B4E-F6CB09C8EE45}" presName="Name0" presStyleCnt="0">
        <dgm:presLayoutVars>
          <dgm:dir/>
          <dgm:animLvl val="lvl"/>
          <dgm:resizeHandles val="exact"/>
        </dgm:presLayoutVars>
      </dgm:prSet>
      <dgm:spPr/>
    </dgm:pt>
    <dgm:pt modelId="{0A3BDA6A-188C-412D-9BBD-9B17734D7C50}" type="pres">
      <dgm:prSet presAssocID="{F6EC2576-2735-4E1A-82CE-F9596B918938}" presName="linNode" presStyleCnt="0"/>
      <dgm:spPr/>
    </dgm:pt>
    <dgm:pt modelId="{1C591528-E709-4DC5-B850-F96E1BA3129A}" type="pres">
      <dgm:prSet presAssocID="{F6EC2576-2735-4E1A-82CE-F9596B918938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63DDF647-6E26-471F-8528-D5DFF4FC3AF9}" type="pres">
      <dgm:prSet presAssocID="{F6EC2576-2735-4E1A-82CE-F9596B918938}" presName="descendantText" presStyleLbl="alignAccFollowNode1" presStyleIdx="0" presStyleCnt="2">
        <dgm:presLayoutVars>
          <dgm:bulletEnabled val="1"/>
        </dgm:presLayoutVars>
      </dgm:prSet>
      <dgm:spPr/>
    </dgm:pt>
    <dgm:pt modelId="{3B9222D0-C701-4C49-BFFF-9F7A64E6E511}" type="pres">
      <dgm:prSet presAssocID="{388F25E1-0749-4F63-88BD-E9E360A5D859}" presName="sp" presStyleCnt="0"/>
      <dgm:spPr/>
    </dgm:pt>
    <dgm:pt modelId="{B091A98C-6CB7-4ABF-89B7-1D909A2B33D5}" type="pres">
      <dgm:prSet presAssocID="{A9CE71A6-C94F-4EDE-BAD1-043833F11C7B}" presName="linNode" presStyleCnt="0"/>
      <dgm:spPr/>
    </dgm:pt>
    <dgm:pt modelId="{7B985A9C-301E-4F4B-A43E-6825DA86B537}" type="pres">
      <dgm:prSet presAssocID="{A9CE71A6-C94F-4EDE-BAD1-043833F11C7B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44E3B214-99BD-4860-A772-8B0EC6CAA57E}" type="pres">
      <dgm:prSet presAssocID="{A9CE71A6-C94F-4EDE-BAD1-043833F11C7B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54909603-E8A7-4C75-B91C-328528B0EB85}" srcId="{A9CE71A6-C94F-4EDE-BAD1-043833F11C7B}" destId="{8B61B020-0DCE-418B-AE18-109B14D78334}" srcOrd="1" destOrd="0" parTransId="{2ADA793C-B0CC-4085-88B5-A7D1FBC7A534}" sibTransId="{63F32765-C0E5-4708-B639-850B276AAB64}"/>
    <dgm:cxn modelId="{6DE0241A-8F76-403E-9F9D-DB78FA8346F5}" srcId="{A9CE71A6-C94F-4EDE-BAD1-043833F11C7B}" destId="{AA139A94-8D3A-43C4-952E-A967FCA7D49C}" srcOrd="0" destOrd="0" parTransId="{1A93A0AC-F3F5-4932-989D-4C478006371E}" sibTransId="{B8FD9DEA-B751-4836-B4DA-76145AAD803B}"/>
    <dgm:cxn modelId="{CF3F591D-C791-4D63-BD32-4D85FC8372C4}" type="presOf" srcId="{8B61B020-0DCE-418B-AE18-109B14D78334}" destId="{44E3B214-99BD-4860-A772-8B0EC6CAA57E}" srcOrd="0" destOrd="1" presId="urn:microsoft.com/office/officeart/2005/8/layout/vList5"/>
    <dgm:cxn modelId="{62885D22-296C-48F3-B82C-3EFC7557CC5A}" srcId="{7E1F2C48-8483-44F7-9B4E-F6CB09C8EE45}" destId="{F6EC2576-2735-4E1A-82CE-F9596B918938}" srcOrd="0" destOrd="0" parTransId="{AD6ACEE0-ED1A-46A3-9864-D7A2E7167E9A}" sibTransId="{388F25E1-0749-4F63-88BD-E9E360A5D859}"/>
    <dgm:cxn modelId="{8D81D132-3EF0-446E-A56E-E4353F94C7A3}" type="presOf" srcId="{40E39404-3497-4DC4-B06A-A2F753321D0D}" destId="{63DDF647-6E26-471F-8528-D5DFF4FC3AF9}" srcOrd="0" destOrd="2" presId="urn:microsoft.com/office/officeart/2005/8/layout/vList5"/>
    <dgm:cxn modelId="{952E8235-4879-4414-8606-E5FD15FDA156}" srcId="{F6EC2576-2735-4E1A-82CE-F9596B918938}" destId="{40E39404-3497-4DC4-B06A-A2F753321D0D}" srcOrd="2" destOrd="0" parTransId="{8E557328-BC26-4B70-9936-37187E263440}" sibTransId="{8F0889C5-50B3-40A8-89B9-CEDA1BEE613C}"/>
    <dgm:cxn modelId="{558B855F-F820-4946-ABC5-B9D07F7DD5C0}" type="presOf" srcId="{F6EC2576-2735-4E1A-82CE-F9596B918938}" destId="{1C591528-E709-4DC5-B850-F96E1BA3129A}" srcOrd="0" destOrd="0" presId="urn:microsoft.com/office/officeart/2005/8/layout/vList5"/>
    <dgm:cxn modelId="{AC5FBD65-ACC2-4B7B-BC5B-63AC8436EC38}" type="presOf" srcId="{7E1F2C48-8483-44F7-9B4E-F6CB09C8EE45}" destId="{A7110DAD-12D8-4EDE-8848-CB878A98F94A}" srcOrd="0" destOrd="0" presId="urn:microsoft.com/office/officeart/2005/8/layout/vList5"/>
    <dgm:cxn modelId="{16DDD7B2-6674-4F06-A699-A3967AE3B3D2}" srcId="{F6EC2576-2735-4E1A-82CE-F9596B918938}" destId="{636FECD7-5939-4DC6-8353-3DFBEFA510BC}" srcOrd="0" destOrd="0" parTransId="{9E68F3A7-FE81-4EF7-86D7-C2E81280E01F}" sibTransId="{2C224267-E4B8-4B95-B6A5-C397CCEB30C0}"/>
    <dgm:cxn modelId="{BB6C81E1-7772-41F1-8E15-5A517BB405E2}" type="presOf" srcId="{AA139A94-8D3A-43C4-952E-A967FCA7D49C}" destId="{44E3B214-99BD-4860-A772-8B0EC6CAA57E}" srcOrd="0" destOrd="0" presId="urn:microsoft.com/office/officeart/2005/8/layout/vList5"/>
    <dgm:cxn modelId="{CE5744E7-3449-43EC-A4E4-AC22400A22C7}" srcId="{F6EC2576-2735-4E1A-82CE-F9596B918938}" destId="{D30A2A9F-8548-4C1D-BAD3-2B373E851540}" srcOrd="1" destOrd="0" parTransId="{60C90788-5286-4032-BFF5-5E94C7D99697}" sibTransId="{D005B97D-25E7-49D5-9DFE-553380465B2B}"/>
    <dgm:cxn modelId="{6F11E9E7-B703-4D20-B498-4A6884F749F6}" srcId="{7E1F2C48-8483-44F7-9B4E-F6CB09C8EE45}" destId="{A9CE71A6-C94F-4EDE-BAD1-043833F11C7B}" srcOrd="1" destOrd="0" parTransId="{1A31292E-B7D6-4FB0-864D-544C470B237F}" sibTransId="{E8ABE657-3EE9-4638-A066-37BAB2F63576}"/>
    <dgm:cxn modelId="{E019AEF9-C165-4008-8722-7DD467C14CC8}" type="presOf" srcId="{D30A2A9F-8548-4C1D-BAD3-2B373E851540}" destId="{63DDF647-6E26-471F-8528-D5DFF4FC3AF9}" srcOrd="0" destOrd="1" presId="urn:microsoft.com/office/officeart/2005/8/layout/vList5"/>
    <dgm:cxn modelId="{6FA973FB-2860-4374-8052-E1B3DEBDAFB6}" type="presOf" srcId="{A9CE71A6-C94F-4EDE-BAD1-043833F11C7B}" destId="{7B985A9C-301E-4F4B-A43E-6825DA86B537}" srcOrd="0" destOrd="0" presId="urn:microsoft.com/office/officeart/2005/8/layout/vList5"/>
    <dgm:cxn modelId="{C2698DFD-12F5-4F25-97FD-4FF25FCD306A}" type="presOf" srcId="{636FECD7-5939-4DC6-8353-3DFBEFA510BC}" destId="{63DDF647-6E26-471F-8528-D5DFF4FC3AF9}" srcOrd="0" destOrd="0" presId="urn:microsoft.com/office/officeart/2005/8/layout/vList5"/>
    <dgm:cxn modelId="{DF023815-D982-43C5-9A93-1F1F316F9D27}" type="presParOf" srcId="{A7110DAD-12D8-4EDE-8848-CB878A98F94A}" destId="{0A3BDA6A-188C-412D-9BBD-9B17734D7C50}" srcOrd="0" destOrd="0" presId="urn:microsoft.com/office/officeart/2005/8/layout/vList5"/>
    <dgm:cxn modelId="{F5E08ADC-5279-455C-A0C5-4CF59CDF3CFE}" type="presParOf" srcId="{0A3BDA6A-188C-412D-9BBD-9B17734D7C50}" destId="{1C591528-E709-4DC5-B850-F96E1BA3129A}" srcOrd="0" destOrd="0" presId="urn:microsoft.com/office/officeart/2005/8/layout/vList5"/>
    <dgm:cxn modelId="{E8D8C734-4324-4130-9679-A6C7481514E4}" type="presParOf" srcId="{0A3BDA6A-188C-412D-9BBD-9B17734D7C50}" destId="{63DDF647-6E26-471F-8528-D5DFF4FC3AF9}" srcOrd="1" destOrd="0" presId="urn:microsoft.com/office/officeart/2005/8/layout/vList5"/>
    <dgm:cxn modelId="{99AAF2A6-4D77-472E-B61F-07ACA336D087}" type="presParOf" srcId="{A7110DAD-12D8-4EDE-8848-CB878A98F94A}" destId="{3B9222D0-C701-4C49-BFFF-9F7A64E6E511}" srcOrd="1" destOrd="0" presId="urn:microsoft.com/office/officeart/2005/8/layout/vList5"/>
    <dgm:cxn modelId="{0BDCA676-6919-4134-A79E-D93CABB34143}" type="presParOf" srcId="{A7110DAD-12D8-4EDE-8848-CB878A98F94A}" destId="{B091A98C-6CB7-4ABF-89B7-1D909A2B33D5}" srcOrd="2" destOrd="0" presId="urn:microsoft.com/office/officeart/2005/8/layout/vList5"/>
    <dgm:cxn modelId="{BE31D649-C3AA-49FF-9BBC-A03511ADD31E}" type="presParOf" srcId="{B091A98C-6CB7-4ABF-89B7-1D909A2B33D5}" destId="{7B985A9C-301E-4F4B-A43E-6825DA86B537}" srcOrd="0" destOrd="0" presId="urn:microsoft.com/office/officeart/2005/8/layout/vList5"/>
    <dgm:cxn modelId="{5F3E5F69-1282-4611-AAA7-6E0868CF349D}" type="presParOf" srcId="{B091A98C-6CB7-4ABF-89B7-1D909A2B33D5}" destId="{44E3B214-99BD-4860-A772-8B0EC6CAA57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AB8DA7-14E5-42C2-A17C-1EE213CE6CED}">
      <dsp:nvSpPr>
        <dsp:cNvPr id="0" name=""/>
        <dsp:cNvSpPr/>
      </dsp:nvSpPr>
      <dsp:spPr>
        <a:xfrm rot="5400000">
          <a:off x="5410072" y="-1189323"/>
          <a:ext cx="3481070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Using your architecture. Publish your library as an artifact and consume it from your application. Your application is contained in a separate Git repository as well as your library.</a:t>
          </a:r>
          <a:endParaRPr lang="en-US" sz="1700" kern="120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Cons: cumbersome while the library is still in development (and your application is driving that development). </a:t>
          </a:r>
          <a:br>
            <a:rPr lang="en-GB" sz="1700" kern="1200" dirty="0"/>
          </a:b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Using </a:t>
          </a:r>
          <a:r>
            <a:rPr lang="en-GB" sz="1700" kern="1200" dirty="0">
              <a:hlinkClick xmlns:r="http://schemas.openxmlformats.org/officeDocument/2006/relationships" r:id="rId1"/>
            </a:rPr>
            <a:t>Git Submodules</a:t>
          </a:r>
          <a:r>
            <a:rPr lang="en-GB" sz="1700" kern="1200" dirty="0"/>
            <a:t> to add a source dependency in your application.</a:t>
          </a:r>
          <a:endParaRPr lang="en-US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Cons: No longer recommended, so will not be discussed in detail.</a:t>
          </a:r>
          <a:br>
            <a:rPr lang="en-GB" sz="1700" kern="1200" dirty="0"/>
          </a:b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/>
            <a:t>Using </a:t>
          </a:r>
          <a:r>
            <a:rPr lang="en-GB" sz="1700" kern="1200">
              <a:hlinkClick xmlns:r="http://schemas.openxmlformats.org/officeDocument/2006/relationships" r:id="rId2"/>
            </a:rPr>
            <a:t>Git Subtree</a:t>
          </a:r>
          <a:r>
            <a:rPr lang="en-GB" sz="1700" kern="1200"/>
            <a:t>. Similar in functionality to submodules but more recent and with less steps.</a:t>
          </a:r>
          <a:endParaRPr lang="en-US" sz="1700" kern="1200"/>
        </a:p>
      </dsp:txBody>
      <dsp:txXfrm rot="-5400000">
        <a:off x="3785615" y="605066"/>
        <a:ext cx="6560052" cy="3141206"/>
      </dsp:txXfrm>
    </dsp:sp>
    <dsp:sp modelId="{EBB41309-2D63-41A6-B87B-B5755ED7BC15}">
      <dsp:nvSpPr>
        <dsp:cNvPr id="0" name=""/>
        <dsp:cNvSpPr/>
      </dsp:nvSpPr>
      <dsp:spPr>
        <a:xfrm>
          <a:off x="0" y="0"/>
          <a:ext cx="3785616" cy="435133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0" tIns="57150" rIns="114300" bIns="571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You are working on a project while simultaneously also developing a shared library that you want to re-use and release later. How would you do this?</a:t>
          </a:r>
          <a:endParaRPr lang="en-US" sz="3000" kern="1200"/>
        </a:p>
      </dsp:txBody>
      <dsp:txXfrm>
        <a:off x="184799" y="184799"/>
        <a:ext cx="3416018" cy="39817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DDF647-6E26-471F-8528-D5DFF4FC3AF9}">
      <dsp:nvSpPr>
        <dsp:cNvPr id="0" name=""/>
        <dsp:cNvSpPr/>
      </dsp:nvSpPr>
      <dsp:spPr>
        <a:xfrm rot="5400000">
          <a:off x="6301587" y="-2303662"/>
          <a:ext cx="1698041" cy="672998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900" kern="1200"/>
            <a:t>Add the shared library as a remote 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Use subtree to download the sources in the existing repository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When necessary, update the subtree with changes from the remote</a:t>
          </a:r>
        </a:p>
      </dsp:txBody>
      <dsp:txXfrm rot="-5400000">
        <a:off x="3785616" y="295201"/>
        <a:ext cx="6647092" cy="1532257"/>
      </dsp:txXfrm>
    </dsp:sp>
    <dsp:sp modelId="{1C591528-E709-4DC5-B850-F96E1BA3129A}">
      <dsp:nvSpPr>
        <dsp:cNvPr id="0" name=""/>
        <dsp:cNvSpPr/>
      </dsp:nvSpPr>
      <dsp:spPr>
        <a:xfrm>
          <a:off x="0" y="53"/>
          <a:ext cx="3785616" cy="212255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/>
            <a:t>Getting the library in your repository:</a:t>
          </a:r>
          <a:endParaRPr lang="en-US" sz="4000" kern="1200" dirty="0"/>
        </a:p>
      </dsp:txBody>
      <dsp:txXfrm>
        <a:off x="103614" y="103667"/>
        <a:ext cx="3578388" cy="1915324"/>
      </dsp:txXfrm>
    </dsp:sp>
    <dsp:sp modelId="{44E3B214-99BD-4860-A772-8B0EC6CAA57E}">
      <dsp:nvSpPr>
        <dsp:cNvPr id="0" name=""/>
        <dsp:cNvSpPr/>
      </dsp:nvSpPr>
      <dsp:spPr>
        <a:xfrm rot="5400000">
          <a:off x="6301587" y="-74983"/>
          <a:ext cx="1698041" cy="672998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Make a change in the dependency folder and add it to the repository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Push changes back into the remote (make sure that you have sufficient rights)</a:t>
          </a:r>
        </a:p>
      </dsp:txBody>
      <dsp:txXfrm rot="-5400000">
        <a:off x="3785616" y="2523880"/>
        <a:ext cx="6647092" cy="1532257"/>
      </dsp:txXfrm>
    </dsp:sp>
    <dsp:sp modelId="{7B985A9C-301E-4F4B-A43E-6825DA86B537}">
      <dsp:nvSpPr>
        <dsp:cNvPr id="0" name=""/>
        <dsp:cNvSpPr/>
      </dsp:nvSpPr>
      <dsp:spPr>
        <a:xfrm>
          <a:off x="0" y="2228732"/>
          <a:ext cx="3785616" cy="212255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Pushing changes back into the library:</a:t>
          </a:r>
        </a:p>
      </dsp:txBody>
      <dsp:txXfrm>
        <a:off x="103614" y="2332346"/>
        <a:ext cx="3578388" cy="19153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DF1B9A98-F1FB-0949-9CA8-26DB7B5F35D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CC8B2E4D-784D-9342-90C5-5AB26F3FE8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4FE745-3EB9-B747-A5C2-264BEDC4326C}" type="datetimeFigureOut">
              <a:rPr lang="nl-NL" smtClean="0"/>
              <a:t>12-2-2025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D8FB426-F33B-4444-A532-BBC9A78B93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B0290B1-E928-9747-80C6-B1B20D0FCA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9F376-378F-994A-A558-C4AA369F25D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62811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779F7C-DAE7-9B4B-9AA6-E1EA6E6A4BB5}" type="datetimeFigureOut">
              <a:rPr lang="nl-NL" smtClean="0"/>
              <a:t>12-2-2025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02DB66-CA7E-5043-8AC5-3E663CC5778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24668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nl-NL" dirty="0"/>
              <a:t>Mezelf voorstellen. Wie ben ik en wat doe ik?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nl-NL" dirty="0"/>
              <a:t>Voorstelrondje met te beantwoorden vragen: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nl-NL" dirty="0"/>
              <a:t>Wie ben je en wat is je rol binnen ICT?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nl-NL" dirty="0"/>
              <a:t>Hoe ben je betrokken binnen je projecten met Git?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nl-NL" dirty="0"/>
              <a:t>Wat verwacht je te leren (opschrijven op whiteboard)?</a:t>
            </a:r>
          </a:p>
          <a:p>
            <a:pPr marL="62865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Tx/>
              <a:buChar char="-"/>
            </a:pP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88630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Training bijgewerkt nav </a:t>
            </a:r>
            <a:r>
              <a:rPr lang="en-GB" dirty="0" err="1"/>
              <a:t>eerdere</a:t>
            </a:r>
            <a:r>
              <a:rPr lang="en-GB" dirty="0"/>
              <a:t> </a:t>
            </a:r>
            <a:r>
              <a:rPr lang="en-GB" dirty="0" err="1"/>
              <a:t>ervaringen</a:t>
            </a:r>
            <a:r>
              <a:rPr lang="en-GB" dirty="0"/>
              <a:t>. Als er vragen/</a:t>
            </a:r>
            <a:r>
              <a:rPr lang="en-GB" dirty="0" err="1"/>
              <a:t>opmerkingen</a:t>
            </a:r>
            <a:r>
              <a:rPr lang="en-GB" dirty="0"/>
              <a:t> zijn, mail me.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23818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93639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3AF1B-0D66-C0F6-4435-5732B5543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12D2A4-043A-9212-745E-F0C6A81AC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357D60-59EE-6B37-433B-38FA0CE18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FAD04-F7E5-C73F-1B41-7637BA32F4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09146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9A1E1-80E4-39C1-38D0-C31D6FA57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DB6B5F-12F4-24EF-5C04-524BE1410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29D44A-C748-CC51-8072-2FA8FD1C6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A0678-0242-3CE1-7193-23E9AED01D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7747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E17FE-6C5D-6CEA-6476-53E342DD6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A07FA0-4F09-490D-1160-E89589089B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B4D3D5-7FA3-776F-2613-2A4D15BBA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A1972-F676-6B5E-AEBF-3BD35AE66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32883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8B8C2-313D-515C-1859-A9E0EA925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04988D-1EC0-0784-ADA0-A99671D37B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44985E-1183-3BBB-2A8F-0C51AAF22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BF4A6-F1B8-DD5F-20DE-3BF5D5EEE2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505459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4419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052082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5ED88-7E74-E4AC-AFBA-6B9E16161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8D9DC0-CEFB-5F96-E420-14CC7D037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745FAB-C344-E591-EB5C-555987F26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Create a new empty Git repository with one commit.</a:t>
            </a:r>
          </a:p>
          <a:p>
            <a:r>
              <a:rPr lang="en-GB" dirty="0"/>
              <a:t>Clone the </a:t>
            </a:r>
            <a:r>
              <a:rPr lang="en-GB" dirty="0" err="1"/>
              <a:t>aspnet.core</a:t>
            </a:r>
            <a:r>
              <a:rPr lang="en-GB" dirty="0"/>
              <a:t> repository to a new local, bare repository.</a:t>
            </a:r>
            <a:br>
              <a:rPr lang="en-GB" dirty="0"/>
            </a:b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b-NO" dirty="0"/>
              <a:t>git clone https://github.com/dotnet/aspnetcore.git --bare</a:t>
            </a:r>
            <a:endParaRPr lang="en-GB" dirty="0"/>
          </a:p>
          <a:p>
            <a:endParaRPr lang="en-GB" dirty="0"/>
          </a:p>
          <a:p>
            <a:r>
              <a:rPr lang="en-GB" dirty="0"/>
              <a:t>Add </a:t>
            </a:r>
            <a:r>
              <a:rPr lang="en-GB" dirty="0" err="1"/>
              <a:t>aspnetcore</a:t>
            </a:r>
            <a:r>
              <a:rPr lang="en-GB" dirty="0"/>
              <a:t> repository as a new remote.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git remote add </a:t>
            </a:r>
            <a:r>
              <a:rPr lang="en-GB" dirty="0" err="1"/>
              <a:t>aspnetcore</a:t>
            </a:r>
            <a:r>
              <a:rPr lang="en-GB" dirty="0"/>
              <a:t> ..\</a:t>
            </a:r>
            <a:r>
              <a:rPr lang="en-GB" dirty="0" err="1"/>
              <a:t>aspnetcore.git</a:t>
            </a:r>
            <a:r>
              <a:rPr lang="en-GB" dirty="0"/>
              <a:t>\</a:t>
            </a:r>
          </a:p>
          <a:p>
            <a:endParaRPr lang="en-GB" dirty="0"/>
          </a:p>
          <a:p>
            <a:r>
              <a:rPr lang="en-GB" dirty="0"/>
              <a:t>Git subtree </a:t>
            </a:r>
            <a:r>
              <a:rPr lang="en-GB" dirty="0" err="1"/>
              <a:t>initialiseren</a:t>
            </a: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git subtree add --prefix library </a:t>
            </a:r>
            <a:r>
              <a:rPr lang="en-US" dirty="0" err="1"/>
              <a:t>aspnetcore</a:t>
            </a:r>
            <a:r>
              <a:rPr lang="en-US" dirty="0"/>
              <a:t> main --squash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Updating an existing Git subtree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git subtree pull --prefix library </a:t>
            </a:r>
            <a:r>
              <a:rPr lang="en-US" dirty="0" err="1"/>
              <a:t>aspnetcore</a:t>
            </a:r>
            <a:r>
              <a:rPr lang="en-US" dirty="0"/>
              <a:t> main --squash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Show with </a:t>
            </a:r>
            <a:r>
              <a:rPr lang="en-US" dirty="0" err="1"/>
              <a:t>gitk</a:t>
            </a:r>
            <a:r>
              <a:rPr lang="en-US" dirty="0"/>
              <a:t> what happens</a:t>
            </a:r>
          </a:p>
          <a:p>
            <a:endParaRPr lang="en-US" dirty="0"/>
          </a:p>
          <a:p>
            <a:r>
              <a:rPr lang="en-US" dirty="0"/>
              <a:t>Creating a changed in the subtree repository and pushing this back.</a:t>
            </a:r>
          </a:p>
          <a:p>
            <a:r>
              <a:rPr lang="en-US" dirty="0"/>
              <a:t>Create a change in the library folder. From the root of the repository use the following command.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git subtree push --prefix=dependency </a:t>
            </a:r>
            <a:r>
              <a:rPr lang="en-US" dirty="0" err="1"/>
              <a:t>aspnetcore</a:t>
            </a:r>
            <a:r>
              <a:rPr lang="en-US" dirty="0"/>
              <a:t> main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9B1FF-4A63-5D4C-B875-EC3F620FEF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62467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Show release from MO99 with the version number injected in the assembly.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63774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315BC-A3B0-2FAA-2A84-53EC9B6DF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832048-6B4D-5BEB-D398-12ED34B35D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9F502F-A69E-D8EC-8A6C-78BA8A19D2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Ask the participants about their version numbering strategy.</a:t>
            </a:r>
          </a:p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3BB42-165C-6262-EC84-34CCBE674B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148237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Show usage of ‘dotnet </a:t>
            </a:r>
            <a:r>
              <a:rPr lang="en-GB" dirty="0" err="1"/>
              <a:t>gitversion</a:t>
            </a:r>
            <a:r>
              <a:rPr lang="en-GB" dirty="0"/>
              <a:t>’ tool in MO99 folder.</a:t>
            </a:r>
          </a:p>
          <a:p>
            <a:r>
              <a:rPr lang="en-GB" dirty="0"/>
              <a:t>Ga naar een andere branch en toon ‘dotnet </a:t>
            </a:r>
            <a:r>
              <a:rPr lang="en-GB" dirty="0" err="1"/>
              <a:t>gitversion</a:t>
            </a:r>
            <a:r>
              <a:rPr lang="en-GB" dirty="0"/>
              <a:t>’ </a:t>
            </a:r>
            <a:r>
              <a:rPr lang="en-GB" dirty="0" err="1"/>
              <a:t>opnieuw</a:t>
            </a:r>
            <a:r>
              <a:rPr lang="en-GB" dirty="0"/>
              <a:t>.</a:t>
            </a:r>
          </a:p>
          <a:p>
            <a:r>
              <a:rPr lang="en-GB" dirty="0"/>
              <a:t>Show </a:t>
            </a:r>
            <a:r>
              <a:rPr lang="en-GB" dirty="0" err="1"/>
              <a:t>Gitversion.yml</a:t>
            </a:r>
            <a:r>
              <a:rPr lang="en-GB" dirty="0"/>
              <a:t> configuration file in MO99 folder.</a:t>
            </a:r>
          </a:p>
          <a:p>
            <a:r>
              <a:rPr lang="en-GB" dirty="0"/>
              <a:t>Show usage of </a:t>
            </a:r>
            <a:r>
              <a:rPr lang="en-GB" dirty="0" err="1"/>
              <a:t>GitVersion</a:t>
            </a:r>
            <a:r>
              <a:rPr lang="en-GB" dirty="0"/>
              <a:t> in Azure build pipelines in MO99 folder.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139100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 into, rebase onto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8095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539257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gource</a:t>
            </a:r>
            <a:r>
              <a:rPr lang="nl-NL" dirty="0"/>
              <a:t> --seconds-per-</a:t>
            </a:r>
            <a:r>
              <a:rPr lang="nl-NL" dirty="0" err="1"/>
              <a:t>day</a:t>
            </a:r>
            <a:r>
              <a:rPr lang="nl-NL" dirty="0"/>
              <a:t> 1 [</a:t>
            </a:r>
            <a:r>
              <a:rPr lang="nl-NL" dirty="0" err="1"/>
              <a:t>repository</a:t>
            </a:r>
            <a:r>
              <a:rPr lang="nl-NL" dirty="0"/>
              <a:t> folder]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98809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Voor git log: </a:t>
            </a:r>
            <a:r>
              <a:rPr lang="en-GB" dirty="0" err="1"/>
              <a:t>zoek</a:t>
            </a:r>
            <a:r>
              <a:rPr lang="en-GB" dirty="0"/>
              <a:t> in de MO99 directory op git log –S “Fixed”</a:t>
            </a:r>
          </a:p>
          <a:p>
            <a:endParaRPr lang="en-GB" dirty="0"/>
          </a:p>
          <a:p>
            <a:r>
              <a:rPr lang="en-GB" dirty="0"/>
              <a:t>Git grep ‘</a:t>
            </a:r>
            <a:r>
              <a:rPr lang="en-GB" dirty="0" err="1"/>
              <a:t>readonly</a:t>
            </a:r>
            <a:r>
              <a:rPr lang="en-GB" dirty="0"/>
              <a:t>’</a:t>
            </a:r>
          </a:p>
          <a:p>
            <a:endParaRPr lang="en-GB" dirty="0"/>
          </a:p>
          <a:p>
            <a:r>
              <a:rPr lang="en-GB" dirty="0"/>
              <a:t>Toon </a:t>
            </a:r>
            <a:r>
              <a:rPr lang="en-GB" dirty="0" err="1"/>
              <a:t>linenumbers</a:t>
            </a:r>
            <a:r>
              <a:rPr lang="en-GB" dirty="0"/>
              <a:t>:</a:t>
            </a:r>
          </a:p>
          <a:p>
            <a:r>
              <a:rPr lang="en-GB" dirty="0"/>
              <a:t>Git grep –n &lt;string&gt;</a:t>
            </a:r>
          </a:p>
          <a:p>
            <a:endParaRPr lang="en-GB" dirty="0"/>
          </a:p>
          <a:p>
            <a:r>
              <a:rPr lang="en-GB" dirty="0"/>
              <a:t>Zoek in een branch:</a:t>
            </a:r>
          </a:p>
          <a:p>
            <a:r>
              <a:rPr lang="en-GB" dirty="0"/>
              <a:t>Git grep &lt;string&gt; &lt;branch name&gt;</a:t>
            </a:r>
          </a:p>
          <a:p>
            <a:endParaRPr lang="en-GB" dirty="0"/>
          </a:p>
          <a:p>
            <a:r>
              <a:rPr lang="en-GB" dirty="0"/>
              <a:t>Zoek in een branch tussen </a:t>
            </a:r>
            <a:r>
              <a:rPr lang="en-GB" dirty="0" err="1"/>
              <a:t>specifieke</a:t>
            </a:r>
            <a:r>
              <a:rPr lang="en-GB" dirty="0"/>
              <a:t> SHA’s</a:t>
            </a:r>
          </a:p>
          <a:p>
            <a:r>
              <a:rPr lang="en-GB" dirty="0"/>
              <a:t>Git grep &lt;string&gt; &lt;begin SHA&gt; &lt;</a:t>
            </a:r>
            <a:r>
              <a:rPr lang="en-GB" dirty="0" err="1"/>
              <a:t>eind</a:t>
            </a:r>
            <a:r>
              <a:rPr lang="en-GB" dirty="0"/>
              <a:t> SHA&gt; &lt;branch name&gt;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619646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33968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Demo </a:t>
            </a:r>
            <a:r>
              <a:rPr lang="en-US" dirty="0" err="1"/>
              <a:t>geven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Aangeven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v1.0 </a:t>
            </a:r>
            <a:r>
              <a:rPr lang="en-US" dirty="0" err="1"/>
              <a:t>goed</a:t>
            </a:r>
            <a:r>
              <a:rPr lang="en-US" dirty="0"/>
              <a:t> is. HEAD is </a:t>
            </a:r>
            <a:r>
              <a:rPr lang="en-US" dirty="0" err="1"/>
              <a:t>slecht</a:t>
            </a:r>
            <a:r>
              <a:rPr lang="en-US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Commando’s:</a:t>
            </a: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 b="0" dirty="0"/>
              <a:t>Git checkout v1.0. </a:t>
            </a:r>
            <a:r>
              <a:rPr lang="en-US" b="0" dirty="0" err="1"/>
              <a:t>Daarna</a:t>
            </a:r>
            <a:r>
              <a:rPr lang="en-US" b="0" dirty="0"/>
              <a:t> run.cmd </a:t>
            </a:r>
            <a:r>
              <a:rPr lang="en-US" b="0" dirty="0" err="1"/>
              <a:t>draaien</a:t>
            </a:r>
            <a:r>
              <a:rPr lang="en-US" b="0" dirty="0"/>
              <a:t>.</a:t>
            </a: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US" b="0" dirty="0"/>
              <a:t>Git checkout master. </a:t>
            </a:r>
            <a:r>
              <a:rPr lang="en-US" b="0" dirty="0" err="1"/>
              <a:t>Daarna</a:t>
            </a:r>
            <a:r>
              <a:rPr lang="en-US" b="0" dirty="0"/>
              <a:t> run.cmd </a:t>
            </a:r>
            <a:r>
              <a:rPr lang="en-US" b="0" dirty="0" err="1"/>
              <a:t>draaien</a:t>
            </a:r>
            <a:endParaRPr lang="en-US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  Git bisect start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  Git bisect bad (current head)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  Git bisect good v1.0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Daarna</a:t>
            </a:r>
            <a:r>
              <a:rPr lang="en-US" dirty="0"/>
              <a:t> continue git bisect bad/good </a:t>
            </a:r>
            <a:r>
              <a:rPr lang="en-US" dirty="0" err="1"/>
              <a:t>draaien</a:t>
            </a:r>
            <a:r>
              <a:rPr lang="en-US" dirty="0"/>
              <a:t> </a:t>
            </a:r>
            <a:r>
              <a:rPr lang="en-US" dirty="0" err="1"/>
              <a:t>totdat</a:t>
            </a:r>
            <a:r>
              <a:rPr lang="en-US" dirty="0"/>
              <a:t> je </a:t>
            </a:r>
            <a:r>
              <a:rPr lang="en-US" dirty="0" err="1"/>
              <a:t>bij</a:t>
            </a:r>
            <a:r>
              <a:rPr lang="en-US" dirty="0"/>
              <a:t> de commit </a:t>
            </a:r>
            <a:r>
              <a:rPr lang="en-US" dirty="0" err="1"/>
              <a:t>komt</a:t>
            </a:r>
            <a:r>
              <a:rPr lang="en-US" dirty="0"/>
              <a:t> die </a:t>
            </a:r>
            <a:r>
              <a:rPr lang="en-US" dirty="0" err="1"/>
              <a:t>dit</a:t>
            </a:r>
            <a:r>
              <a:rPr lang="en-US" dirty="0"/>
              <a:t> </a:t>
            </a:r>
            <a:r>
              <a:rPr lang="en-US" dirty="0" err="1"/>
              <a:t>geintroduceerd</a:t>
            </a:r>
            <a:r>
              <a:rPr lang="en-US" dirty="0"/>
              <a:t> </a:t>
            </a:r>
            <a:r>
              <a:rPr lang="en-US" dirty="0" err="1"/>
              <a:t>heeft</a:t>
            </a:r>
            <a:r>
              <a:rPr lang="en-US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Via </a:t>
            </a:r>
            <a:r>
              <a:rPr lang="en-US" dirty="0" err="1"/>
              <a:t>gitk</a:t>
            </a:r>
            <a:r>
              <a:rPr lang="en-US" dirty="0"/>
              <a:t> –all laten </a:t>
            </a:r>
            <a:r>
              <a:rPr lang="en-US" dirty="0" err="1"/>
              <a:t>zien</a:t>
            </a:r>
            <a:r>
              <a:rPr lang="en-US" dirty="0"/>
              <a:t> </a:t>
            </a:r>
            <a:r>
              <a:rPr lang="en-US" dirty="0" err="1"/>
              <a:t>waar</a:t>
            </a:r>
            <a:r>
              <a:rPr lang="en-US" dirty="0"/>
              <a:t> je zit.</a:t>
            </a: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597649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Tonen hoe we BFG Repo-cleaner kunnen gebruiken.</a:t>
            </a:r>
          </a:p>
          <a:p>
            <a:endParaRPr lang="en-GB" dirty="0"/>
          </a:p>
          <a:p>
            <a:r>
              <a:rPr lang="en-GB" dirty="0"/>
              <a:t>Download the JAR file op https://rtyley.github.io/bfg-repo-cleaner/</a:t>
            </a:r>
          </a:p>
          <a:p>
            <a:r>
              <a:rPr lang="en-GB" dirty="0" err="1"/>
              <a:t>Commandline</a:t>
            </a:r>
            <a:r>
              <a:rPr lang="en-GB" dirty="0"/>
              <a:t> </a:t>
            </a:r>
            <a:r>
              <a:rPr lang="en-GB" dirty="0" err="1"/>
              <a:t>opties</a:t>
            </a:r>
            <a:r>
              <a:rPr lang="en-GB" dirty="0"/>
              <a:t> laten zien via ‘java –jar bfg.jar’</a:t>
            </a:r>
          </a:p>
          <a:p>
            <a:endParaRPr lang="en-GB" dirty="0"/>
          </a:p>
          <a:p>
            <a:r>
              <a:rPr lang="en-GB" dirty="0"/>
              <a:t>Demo met: java -jar bfg.jar --delete-folders .azure .\</a:t>
            </a:r>
            <a:r>
              <a:rPr lang="en-GB" dirty="0" err="1"/>
              <a:t>bfgtest</a:t>
            </a:r>
            <a:r>
              <a:rPr lang="en-GB" dirty="0"/>
              <a:t>\</a:t>
            </a:r>
          </a:p>
          <a:p>
            <a:endParaRPr lang="en-GB" dirty="0"/>
          </a:p>
          <a:p>
            <a:r>
              <a:rPr lang="en-GB" dirty="0" err="1"/>
              <a:t>Uitleggen</a:t>
            </a:r>
            <a:r>
              <a:rPr lang="en-GB" dirty="0"/>
              <a:t> </a:t>
            </a:r>
            <a:r>
              <a:rPr lang="en-GB" dirty="0" err="1"/>
              <a:t>dat</a:t>
            </a:r>
            <a:r>
              <a:rPr lang="en-GB" dirty="0"/>
              <a:t> </a:t>
            </a:r>
            <a:r>
              <a:rPr lang="en-GB" dirty="0" err="1"/>
              <a:t>wijzigingen</a:t>
            </a:r>
            <a:r>
              <a:rPr lang="en-GB" dirty="0"/>
              <a:t> in HEAD niet </a:t>
            </a:r>
            <a:r>
              <a:rPr lang="en-GB" dirty="0" err="1"/>
              <a:t>aangeraakt</a:t>
            </a:r>
            <a:r>
              <a:rPr lang="en-GB" dirty="0"/>
              <a:t> </a:t>
            </a:r>
            <a:r>
              <a:rPr lang="en-GB" dirty="0" err="1"/>
              <a:t>worden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503020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2DB66-CA7E-5043-8AC5-3E663CC57782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85860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Afbeelding 13">
            <a:extLst>
              <a:ext uri="{FF2B5EF4-FFF2-40B4-BE49-F238E27FC236}">
                <a16:creationId xmlns:a16="http://schemas.microsoft.com/office/drawing/2014/main" id="{38483643-FC61-2242-8991-5873D2ADB2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2AF62C6-2FC6-844D-85C8-10ABC73CAA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36416" y="1836347"/>
            <a:ext cx="9733280" cy="1846305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CADC310E-3E8F-794B-AC71-52E52D08F58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  <p:pic>
        <p:nvPicPr>
          <p:cNvPr id="16" name="Afbeelding 15" descr="Afbeelding met tekst, illustratie&#10;&#10;Automatisch gegenereerde beschrijving">
            <a:extLst>
              <a:ext uri="{FF2B5EF4-FFF2-40B4-BE49-F238E27FC236}">
                <a16:creationId xmlns:a16="http://schemas.microsoft.com/office/drawing/2014/main" id="{497FF1A5-08FF-D147-80CF-57E57939923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021" y="669012"/>
            <a:ext cx="2161309" cy="563319"/>
          </a:xfrm>
          <a:prstGeom prst="rect">
            <a:avLst/>
          </a:prstGeom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5DAACA57-5D38-9D48-8085-6D201A37B35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7630" y="335280"/>
            <a:ext cx="339090" cy="339090"/>
          </a:xfrm>
          <a:prstGeom prst="rect">
            <a:avLst/>
          </a:prstGeom>
        </p:spPr>
      </p:pic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EC3547F-0D88-7B4B-99C6-EDBFC13201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9813" y="3818576"/>
            <a:ext cx="5056187" cy="667782"/>
          </a:xfr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 err="1"/>
              <a:t>Subtitle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78498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heet - ad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3">
            <a:extLst>
              <a:ext uri="{FF2B5EF4-FFF2-40B4-BE49-F238E27FC236}">
                <a16:creationId xmlns:a16="http://schemas.microsoft.com/office/drawing/2014/main" id="{B9022152-4543-B04A-B451-63D7EC0405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008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2AF62C6-2FC6-844D-85C8-10ABC73CAA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36416" y="1836347"/>
            <a:ext cx="4782493" cy="1909840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CADC310E-3E8F-794B-AC71-52E52D08F5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  <p:sp>
        <p:nvSpPr>
          <p:cNvPr id="5" name="Tijdelijke aanduiding voor tekst 3">
            <a:extLst>
              <a:ext uri="{FF2B5EF4-FFF2-40B4-BE49-F238E27FC236}">
                <a16:creationId xmlns:a16="http://schemas.microsoft.com/office/drawing/2014/main" id="{3D8E95EE-D34B-EB45-BA03-59FEE0B263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39814" y="3818576"/>
            <a:ext cx="4779096" cy="667782"/>
          </a:xfr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 err="1"/>
              <a:t>Subtitle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49857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hee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AF62C6-2FC6-844D-85C8-10ABC73CAA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36415" y="1836347"/>
            <a:ext cx="9269119" cy="1837259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rgbClr val="0F596E"/>
                </a:solidFill>
                <a:latin typeface="+mn-lt"/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CADC310E-3E8F-794B-AC71-52E52D08F5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5CABCAFF-41E5-9A4E-B0EA-03284A994F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0023" y="669012"/>
            <a:ext cx="2161305" cy="563319"/>
          </a:xfrm>
          <a:prstGeom prst="rect">
            <a:avLst/>
          </a:prstGeom>
        </p:spPr>
      </p:pic>
      <p:sp>
        <p:nvSpPr>
          <p:cNvPr id="6" name="Tijdelijke aanduiding voor tekst 3">
            <a:extLst>
              <a:ext uri="{FF2B5EF4-FFF2-40B4-BE49-F238E27FC236}">
                <a16:creationId xmlns:a16="http://schemas.microsoft.com/office/drawing/2014/main" id="{9C135B13-BA3D-B346-89C0-60D594773B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39814" y="3818576"/>
            <a:ext cx="4779096" cy="667782"/>
          </a:xfrm>
        </p:spPr>
        <p:txBody>
          <a:bodyPr lIns="0" tIns="0" rIns="0" bIns="0"/>
          <a:lstStyle>
            <a:lvl1pPr marL="0" indent="0">
              <a:buNone/>
              <a:defRPr sz="1800">
                <a:solidFill>
                  <a:srgbClr val="0F596E"/>
                </a:solidFill>
              </a:defRPr>
            </a:lvl1pPr>
          </a:lstStyle>
          <a:p>
            <a:pPr lvl="0"/>
            <a:r>
              <a:rPr lang="nl-NL" dirty="0" err="1"/>
              <a:t>Subtitle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42030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ud of what we achiev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fbeelding 11" descr="Afbeelding met oceaanbodem&#10;&#10;Automatisch gegenereerde beschrijving">
            <a:extLst>
              <a:ext uri="{FF2B5EF4-FFF2-40B4-BE49-F238E27FC236}">
                <a16:creationId xmlns:a16="http://schemas.microsoft.com/office/drawing/2014/main" id="{ABC6C29E-6A02-964F-9462-ECC961E16D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184400"/>
            <a:ext cx="12192000" cy="46736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8683C52-546B-FC4B-B6F7-50ACBDFDAF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768350"/>
            <a:ext cx="10515600" cy="696921"/>
          </a:xfrm>
        </p:spPr>
        <p:txBody>
          <a:bodyPr lIns="0" tIns="0" rIns="0" bIns="0" anchor="t" anchorCtr="0">
            <a:noAutofit/>
          </a:bodyPr>
          <a:lstStyle>
            <a:lvl1pPr algn="ctr">
              <a:defRPr sz="4800"/>
            </a:lvl1pPr>
          </a:lstStyle>
          <a:p>
            <a:r>
              <a:rPr lang="nl-NL" dirty="0" err="1"/>
              <a:t>Proud</a:t>
            </a:r>
            <a:r>
              <a:rPr lang="nl-NL" dirty="0"/>
              <a:t> of </a:t>
            </a:r>
            <a:r>
              <a:rPr lang="nl-NL" dirty="0" err="1"/>
              <a:t>what</a:t>
            </a:r>
            <a:r>
              <a:rPr lang="nl-NL" dirty="0"/>
              <a:t> we </a:t>
            </a:r>
            <a:r>
              <a:rPr lang="nl-NL" dirty="0" err="1"/>
              <a:t>achieved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041A261-AA3F-F44C-958B-A10E16C7460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03866" y="3258604"/>
            <a:ext cx="3794472" cy="39106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32pt </a:t>
            </a:r>
            <a:r>
              <a:rPr lang="nl-NL" dirty="0" err="1"/>
              <a:t>white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  <p:pic>
        <p:nvPicPr>
          <p:cNvPr id="14" name="Afbeelding 13" descr="Afbeelding met tekst, illustratie&#10;&#10;Automatisch gegenereerde beschrijving">
            <a:extLst>
              <a:ext uri="{FF2B5EF4-FFF2-40B4-BE49-F238E27FC236}">
                <a16:creationId xmlns:a16="http://schemas.microsoft.com/office/drawing/2014/main" id="{9FAD0460-8482-D84E-956B-5E6B855DCB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76377" y="6554709"/>
            <a:ext cx="835546" cy="114174"/>
          </a:xfrm>
          <a:prstGeom prst="rect">
            <a:avLst/>
          </a:prstGeom>
        </p:spPr>
      </p:pic>
      <p:sp>
        <p:nvSpPr>
          <p:cNvPr id="15" name="Tijdelijke aanduiding voor tekst 2">
            <a:extLst>
              <a:ext uri="{FF2B5EF4-FFF2-40B4-BE49-F238E27FC236}">
                <a16:creationId xmlns:a16="http://schemas.microsoft.com/office/drawing/2014/main" id="{2DC90B1E-0C09-6644-972C-3D708CECCC9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03866" y="5558184"/>
            <a:ext cx="3794472" cy="35624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32pt </a:t>
            </a:r>
            <a:r>
              <a:rPr lang="nl-NL" dirty="0" err="1"/>
              <a:t>white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17" name="Tijdelijke aanduiding voor tekst 2">
            <a:extLst>
              <a:ext uri="{FF2B5EF4-FFF2-40B4-BE49-F238E27FC236}">
                <a16:creationId xmlns:a16="http://schemas.microsoft.com/office/drawing/2014/main" id="{04CF5696-70AC-1941-BDC8-427554E5447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9124825" y="3448726"/>
            <a:ext cx="3067175" cy="35624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32pt </a:t>
            </a:r>
            <a:r>
              <a:rPr lang="nl-NL" dirty="0" err="1"/>
              <a:t>white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18" name="Tijdelijke aanduiding voor tekst 2">
            <a:extLst>
              <a:ext uri="{FF2B5EF4-FFF2-40B4-BE49-F238E27FC236}">
                <a16:creationId xmlns:a16="http://schemas.microsoft.com/office/drawing/2014/main" id="{01E724A1-3AA2-E641-A072-E4DFEC8DAF90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9124825" y="2703073"/>
            <a:ext cx="3067175" cy="22698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20pt </a:t>
            </a:r>
            <a:r>
              <a:rPr lang="nl-NL" dirty="0" err="1"/>
              <a:t>white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19" name="Tijdelijke aanduiding voor tekst 2">
            <a:extLst>
              <a:ext uri="{FF2B5EF4-FFF2-40B4-BE49-F238E27FC236}">
                <a16:creationId xmlns:a16="http://schemas.microsoft.com/office/drawing/2014/main" id="{41C7F999-7C0F-764E-931E-70A0098B329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9124825" y="4377964"/>
            <a:ext cx="3067175" cy="55617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20pt </a:t>
            </a:r>
            <a:r>
              <a:rPr lang="nl-NL" dirty="0" err="1"/>
              <a:t>white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20" name="Tijdelijke aanduiding voor tekst 2">
            <a:extLst>
              <a:ext uri="{FF2B5EF4-FFF2-40B4-BE49-F238E27FC236}">
                <a16:creationId xmlns:a16="http://schemas.microsoft.com/office/drawing/2014/main" id="{3B349F3F-837D-374E-950A-FB134FE12A8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003867" y="3708008"/>
            <a:ext cx="3794472" cy="22698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20pt </a:t>
            </a:r>
            <a:r>
              <a:rPr lang="nl-NL" dirty="0" err="1"/>
              <a:t>white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21" name="Tijdelijke aanduiding voor tekst 2">
            <a:extLst>
              <a:ext uri="{FF2B5EF4-FFF2-40B4-BE49-F238E27FC236}">
                <a16:creationId xmlns:a16="http://schemas.microsoft.com/office/drawing/2014/main" id="{521536B7-88EC-494C-AAFF-296FB9F6AAFD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003866" y="5998535"/>
            <a:ext cx="3794472" cy="22698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20pt </a:t>
            </a:r>
            <a:r>
              <a:rPr lang="nl-NL" dirty="0" err="1"/>
              <a:t>white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22" name="Tijdelijke aanduiding voor tekst 2">
            <a:extLst>
              <a:ext uri="{FF2B5EF4-FFF2-40B4-BE49-F238E27FC236}">
                <a16:creationId xmlns:a16="http://schemas.microsoft.com/office/drawing/2014/main" id="{0BEA4601-91E3-DF47-9ADB-CF016279CA72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204674" y="3201014"/>
            <a:ext cx="3305583" cy="22698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20pt </a:t>
            </a:r>
            <a:r>
              <a:rPr lang="nl-NL" dirty="0" err="1"/>
              <a:t>white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23" name="Tijdelijke aanduiding voor tekst 2">
            <a:extLst>
              <a:ext uri="{FF2B5EF4-FFF2-40B4-BE49-F238E27FC236}">
                <a16:creationId xmlns:a16="http://schemas.microsoft.com/office/drawing/2014/main" id="{D127724B-DE11-EB44-89B2-4D8FD9F3771E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204674" y="4205949"/>
            <a:ext cx="3305583" cy="22698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20pt </a:t>
            </a:r>
            <a:r>
              <a:rPr lang="nl-NL" dirty="0" err="1"/>
              <a:t>white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24" name="Tijdelijke aanduiding voor tekst 2">
            <a:extLst>
              <a:ext uri="{FF2B5EF4-FFF2-40B4-BE49-F238E27FC236}">
                <a16:creationId xmlns:a16="http://schemas.microsoft.com/office/drawing/2014/main" id="{CFB16D73-35B4-6D4B-A769-236885D44E4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204674" y="5283311"/>
            <a:ext cx="3305583" cy="22698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20pt </a:t>
            </a:r>
            <a:r>
              <a:rPr lang="nl-NL" dirty="0" err="1"/>
              <a:t>white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25" name="Tijdelijke aanduiding voor tekst 2">
            <a:extLst>
              <a:ext uri="{FF2B5EF4-FFF2-40B4-BE49-F238E27FC236}">
                <a16:creationId xmlns:a16="http://schemas.microsoft.com/office/drawing/2014/main" id="{F326D77B-C084-CC44-83A6-786529732F27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204674" y="6034748"/>
            <a:ext cx="3305583" cy="22698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20pt </a:t>
            </a:r>
            <a:r>
              <a:rPr lang="nl-NL" dirty="0" err="1"/>
              <a:t>white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26" name="Tijdelijke aanduiding voor tekst 2">
            <a:extLst>
              <a:ext uri="{FF2B5EF4-FFF2-40B4-BE49-F238E27FC236}">
                <a16:creationId xmlns:a16="http://schemas.microsoft.com/office/drawing/2014/main" id="{8D7BF083-7EE3-ED46-B15A-1888699F5328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1003866" y="2684457"/>
            <a:ext cx="3794472" cy="39106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000" b="1">
                <a:solidFill>
                  <a:srgbClr val="EB601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40pt </a:t>
            </a:r>
            <a:r>
              <a:rPr lang="nl-NL" dirty="0" err="1"/>
              <a:t>bold</a:t>
            </a:r>
            <a:endParaRPr lang="nl-NL" dirty="0"/>
          </a:p>
        </p:txBody>
      </p:sp>
      <p:sp>
        <p:nvSpPr>
          <p:cNvPr id="27" name="Tijdelijke aanduiding voor tekst 2">
            <a:extLst>
              <a:ext uri="{FF2B5EF4-FFF2-40B4-BE49-F238E27FC236}">
                <a16:creationId xmlns:a16="http://schemas.microsoft.com/office/drawing/2014/main" id="{CE5D9D15-1FAE-364C-9081-A528F930C961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003866" y="5002144"/>
            <a:ext cx="3794472" cy="39106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000" b="1">
                <a:solidFill>
                  <a:srgbClr val="EB601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40pt </a:t>
            </a:r>
            <a:r>
              <a:rPr lang="nl-NL" dirty="0" err="1"/>
              <a:t>bold</a:t>
            </a:r>
            <a:endParaRPr lang="nl-NL" dirty="0"/>
          </a:p>
        </p:txBody>
      </p:sp>
      <p:sp>
        <p:nvSpPr>
          <p:cNvPr id="28" name="Tijdelijke aanduiding voor tekst 2">
            <a:extLst>
              <a:ext uri="{FF2B5EF4-FFF2-40B4-BE49-F238E27FC236}">
                <a16:creationId xmlns:a16="http://schemas.microsoft.com/office/drawing/2014/main" id="{B2BFAF35-B7C6-3640-9C6B-79D63628ED29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204674" y="2684457"/>
            <a:ext cx="3305583" cy="39106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000" b="1">
                <a:solidFill>
                  <a:srgbClr val="EB601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40pt </a:t>
            </a:r>
            <a:r>
              <a:rPr lang="nl-NL" dirty="0" err="1"/>
              <a:t>bold</a:t>
            </a:r>
            <a:endParaRPr lang="nl-NL" dirty="0"/>
          </a:p>
        </p:txBody>
      </p:sp>
      <p:sp>
        <p:nvSpPr>
          <p:cNvPr id="29" name="Tijdelijke aanduiding voor tekst 2">
            <a:extLst>
              <a:ext uri="{FF2B5EF4-FFF2-40B4-BE49-F238E27FC236}">
                <a16:creationId xmlns:a16="http://schemas.microsoft.com/office/drawing/2014/main" id="{CA0B2C43-3243-0245-A6C4-03ED82FA71F7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5204674" y="4458936"/>
            <a:ext cx="3305583" cy="39106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000" b="1">
                <a:solidFill>
                  <a:srgbClr val="EB601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40pt </a:t>
            </a:r>
            <a:r>
              <a:rPr lang="nl-NL" dirty="0" err="1"/>
              <a:t>bold</a:t>
            </a:r>
            <a:endParaRPr lang="nl-NL" dirty="0"/>
          </a:p>
        </p:txBody>
      </p:sp>
      <p:sp>
        <p:nvSpPr>
          <p:cNvPr id="30" name="Tijdelijke aanduiding voor tekst 2">
            <a:extLst>
              <a:ext uri="{FF2B5EF4-FFF2-40B4-BE49-F238E27FC236}">
                <a16:creationId xmlns:a16="http://schemas.microsoft.com/office/drawing/2014/main" id="{60773F2C-4515-A24C-9E06-5867E0BCB35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5204674" y="5572512"/>
            <a:ext cx="3305583" cy="39106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000" b="1">
                <a:solidFill>
                  <a:srgbClr val="EB601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40pt </a:t>
            </a:r>
            <a:r>
              <a:rPr lang="nl-NL" dirty="0" err="1"/>
              <a:t>bold</a:t>
            </a:r>
            <a:endParaRPr lang="nl-NL" dirty="0"/>
          </a:p>
        </p:txBody>
      </p:sp>
      <p:sp>
        <p:nvSpPr>
          <p:cNvPr id="31" name="Tijdelijke aanduiding voor tekst 2">
            <a:extLst>
              <a:ext uri="{FF2B5EF4-FFF2-40B4-BE49-F238E27FC236}">
                <a16:creationId xmlns:a16="http://schemas.microsoft.com/office/drawing/2014/main" id="{B7FC95EC-3966-3548-8374-6D8A8FA42F68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124825" y="2974168"/>
            <a:ext cx="3067175" cy="39106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000" b="1">
                <a:solidFill>
                  <a:srgbClr val="EB601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40pt </a:t>
            </a:r>
            <a:r>
              <a:rPr lang="nl-NL" dirty="0" err="1"/>
              <a:t>bold</a:t>
            </a:r>
            <a:endParaRPr lang="nl-NL" dirty="0"/>
          </a:p>
        </p:txBody>
      </p:sp>
      <p:sp>
        <p:nvSpPr>
          <p:cNvPr id="32" name="Tijdelijke aanduiding voor tekst 2">
            <a:extLst>
              <a:ext uri="{FF2B5EF4-FFF2-40B4-BE49-F238E27FC236}">
                <a16:creationId xmlns:a16="http://schemas.microsoft.com/office/drawing/2014/main" id="{6DAAB097-C9FE-9C4D-89C3-17399D8E331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9124825" y="4938770"/>
            <a:ext cx="3067175" cy="39106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000" b="1">
                <a:solidFill>
                  <a:srgbClr val="EB601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40pt </a:t>
            </a:r>
            <a:r>
              <a:rPr lang="nl-NL" dirty="0" err="1"/>
              <a:t>bold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21197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s is ICT Group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D0455640-85B2-BA41-A85E-EECAD71821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6929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8683C52-546B-FC4B-B6F7-50ACBDFDAF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620" y="2500115"/>
            <a:ext cx="4681711" cy="1564891"/>
          </a:xfrm>
        </p:spPr>
        <p:txBody>
          <a:bodyPr lIns="0" tIns="0" rIns="0" bIns="0" anchor="t" anchorCtr="0">
            <a:noAutofit/>
          </a:bodyPr>
          <a:lstStyle>
            <a:lvl1pPr algn="l">
              <a:defRPr sz="6000">
                <a:solidFill>
                  <a:srgbClr val="F3F3F3"/>
                </a:solidFill>
              </a:defRPr>
            </a:lvl1pPr>
          </a:lstStyle>
          <a:p>
            <a:r>
              <a:rPr lang="nl-NL" dirty="0" err="1"/>
              <a:t>This</a:t>
            </a:r>
            <a:r>
              <a:rPr lang="nl-NL" dirty="0"/>
              <a:t> is</a:t>
            </a:r>
            <a:br>
              <a:rPr lang="nl-NL" dirty="0"/>
            </a:br>
            <a:r>
              <a:rPr lang="nl-NL" dirty="0"/>
              <a:t>ICT Group!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9FAD0460-8482-D84E-956B-5E6B855DCB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76377" y="6554709"/>
            <a:ext cx="835546" cy="114173"/>
          </a:xfrm>
          <a:prstGeom prst="rect">
            <a:avLst/>
          </a:prstGeom>
        </p:spPr>
      </p:pic>
      <p:sp>
        <p:nvSpPr>
          <p:cNvPr id="26" name="Tijdelijke aanduiding voor tekst 2">
            <a:extLst>
              <a:ext uri="{FF2B5EF4-FFF2-40B4-BE49-F238E27FC236}">
                <a16:creationId xmlns:a16="http://schemas.microsoft.com/office/drawing/2014/main" id="{8D7BF083-7EE3-ED46-B15A-1888699F5328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7188452" y="1049534"/>
            <a:ext cx="4644428" cy="4518347"/>
          </a:xfr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200000"/>
              </a:lnSpc>
              <a:buNone/>
              <a:defRPr sz="2800" b="1">
                <a:solidFill>
                  <a:srgbClr val="0F596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28pt </a:t>
            </a:r>
            <a:r>
              <a:rPr lang="nl-NL" dirty="0" err="1"/>
              <a:t>regular</a:t>
            </a:r>
            <a:r>
              <a:rPr lang="nl-NL" dirty="0"/>
              <a:t> / </a:t>
            </a:r>
            <a:r>
              <a:rPr lang="nl-NL" dirty="0" err="1"/>
              <a:t>bold</a:t>
            </a:r>
            <a:endParaRPr lang="nl-NL" dirty="0"/>
          </a:p>
        </p:txBody>
      </p:sp>
      <p:pic>
        <p:nvPicPr>
          <p:cNvPr id="34" name="Afbeelding 33">
            <a:extLst>
              <a:ext uri="{FF2B5EF4-FFF2-40B4-BE49-F238E27FC236}">
                <a16:creationId xmlns:a16="http://schemas.microsoft.com/office/drawing/2014/main" id="{46616290-1539-0E41-8A8A-A68DF832D68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700000">
            <a:off x="6227997" y="3158174"/>
            <a:ext cx="541651" cy="54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001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Brands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683C52-546B-FC4B-B6F7-50ACBDFDAF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78639"/>
            <a:ext cx="10515600" cy="696921"/>
          </a:xfrm>
        </p:spPr>
        <p:txBody>
          <a:bodyPr lIns="0" tIns="0" rIns="0" bIns="0" anchor="t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nl-NL" dirty="0" err="1"/>
              <a:t>Our</a:t>
            </a:r>
            <a:r>
              <a:rPr lang="nl-NL" dirty="0"/>
              <a:t> </a:t>
            </a:r>
            <a:r>
              <a:rPr lang="nl-NL" dirty="0" err="1"/>
              <a:t>brands</a:t>
            </a:r>
            <a:endParaRPr lang="nl-NL" dirty="0"/>
          </a:p>
        </p:txBody>
      </p:sp>
      <p:cxnSp>
        <p:nvCxnSpPr>
          <p:cNvPr id="7" name="Rechte verbindingslijn 6">
            <a:extLst>
              <a:ext uri="{FF2B5EF4-FFF2-40B4-BE49-F238E27FC236}">
                <a16:creationId xmlns:a16="http://schemas.microsoft.com/office/drawing/2014/main" id="{B091240F-2EE5-C147-AD9C-C3A032C0AFC7}"/>
              </a:ext>
            </a:extLst>
          </p:cNvPr>
          <p:cNvCxnSpPr>
            <a:cxnSpLocks/>
          </p:cNvCxnSpPr>
          <p:nvPr userDrawn="1"/>
        </p:nvCxnSpPr>
        <p:spPr>
          <a:xfrm>
            <a:off x="574627" y="1465271"/>
            <a:ext cx="1104274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345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ly title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14E258-F04D-E44E-BD40-7E567E0EDE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6035675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sheet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6170DF6D-F8D0-C34B-85F8-86E356F36D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356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el pagina - petrol bal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hoek 10">
            <a:extLst>
              <a:ext uri="{FF2B5EF4-FFF2-40B4-BE49-F238E27FC236}">
                <a16:creationId xmlns:a16="http://schemas.microsoft.com/office/drawing/2014/main" id="{569BDEC6-D6CA-C944-8884-6A162BCFA506}"/>
              </a:ext>
            </a:extLst>
          </p:cNvPr>
          <p:cNvSpPr/>
          <p:nvPr userDrawn="1"/>
        </p:nvSpPr>
        <p:spPr>
          <a:xfrm>
            <a:off x="0" y="1611517"/>
            <a:ext cx="12192000" cy="4562945"/>
          </a:xfrm>
          <a:prstGeom prst="rect">
            <a:avLst/>
          </a:prstGeom>
          <a:solidFill>
            <a:srgbClr val="0F5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DE1312F-5D79-4F4E-BB2E-E1CBC52EF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5058" y="1873728"/>
            <a:ext cx="5857592" cy="3906000"/>
          </a:xfrm>
        </p:spPr>
        <p:txBody>
          <a:bodyPr lIns="0" tIns="0" rIns="0" bIns="0"/>
          <a:lstStyle>
            <a:lvl1pPr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1BE41FAF-75F3-854D-BB94-8C8B501C6F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76377" y="6554709"/>
            <a:ext cx="835546" cy="114173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CE8250CC-35E7-1740-8C91-6B23D6CE00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641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9729A2B5-F88E-CE4E-A4D2-0B4E2089784B}"/>
              </a:ext>
            </a:extLst>
          </p:cNvPr>
          <p:cNvSpPr/>
          <p:nvPr userDrawn="1"/>
        </p:nvSpPr>
        <p:spPr>
          <a:xfrm>
            <a:off x="0" y="0"/>
            <a:ext cx="12192000" cy="932507"/>
          </a:xfrm>
          <a:prstGeom prst="rect">
            <a:avLst/>
          </a:prstGeom>
          <a:solidFill>
            <a:srgbClr val="0F59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136241-BEB7-6B42-9421-D4CBFF9521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-1"/>
            <a:ext cx="10515600" cy="986757"/>
          </a:xfrm>
        </p:spPr>
        <p:txBody>
          <a:bodyPr lIns="0" tIns="0" rIns="0" bIns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DE1312F-5D79-4F4E-BB2E-E1CBC52EF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9905"/>
            <a:ext cx="10515600" cy="4351338"/>
          </a:xfrm>
        </p:spPr>
        <p:txBody>
          <a:bodyPr/>
          <a:lstStyle>
            <a:lvl1pPr marL="539750" indent="-530225">
              <a:lnSpc>
                <a:spcPct val="250000"/>
              </a:lnSpc>
              <a:buSzPct val="120000"/>
              <a:tabLst/>
              <a:defRPr sz="1800"/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5C9C26DB-BD39-F943-AB23-CC8A626AF3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76377" y="6554709"/>
            <a:ext cx="835546" cy="114173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A79F3A05-A7C2-7A4A-ACFB-128DA18F7F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426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>
            <a:extLst>
              <a:ext uri="{FF2B5EF4-FFF2-40B4-BE49-F238E27FC236}">
                <a16:creationId xmlns:a16="http://schemas.microsoft.com/office/drawing/2014/main" id="{C849FEBA-65F9-2344-B641-0C16E5173940}"/>
              </a:ext>
            </a:extLst>
          </p:cNvPr>
          <p:cNvSpPr/>
          <p:nvPr userDrawn="1"/>
        </p:nvSpPr>
        <p:spPr>
          <a:xfrm>
            <a:off x="0" y="952217"/>
            <a:ext cx="12192000" cy="5921023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B5F7D3DA-759A-2B43-A3CA-540CD82BA4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76377" y="6554709"/>
            <a:ext cx="835546" cy="114173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DFDD3DFC-DD54-604F-973A-27D11CCB6C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2BD9EA9F-C781-1D43-A184-EBBBBBAB3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0"/>
            <a:ext cx="10515600" cy="1024702"/>
          </a:xfrm>
        </p:spPr>
        <p:txBody>
          <a:bodyPr lIns="0" tIns="0" rIns="0" bIns="0">
            <a:noAutofit/>
          </a:bodyPr>
          <a:lstStyle>
            <a:lvl1pPr>
              <a:defRPr sz="3200" b="1">
                <a:solidFill>
                  <a:srgbClr val="0F596E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9FB65DAE-20EA-3C45-B67E-60A0645A17D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52217"/>
            <a:ext cx="12192000" cy="7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168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70D782A1-FFA4-9B49-BC0D-164C54681FB1}"/>
              </a:ext>
            </a:extLst>
          </p:cNvPr>
          <p:cNvSpPr/>
          <p:nvPr userDrawn="1"/>
        </p:nvSpPr>
        <p:spPr>
          <a:xfrm>
            <a:off x="0" y="952217"/>
            <a:ext cx="12192000" cy="5921023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541B2211-5E4F-3742-A662-E4B253A382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76377" y="6554709"/>
            <a:ext cx="835546" cy="114173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B84C78BA-65D3-5245-AB82-798D7AA1DC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80300DE-9952-2042-93B2-56D6ED6D6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0"/>
            <a:ext cx="10515600" cy="1024702"/>
          </a:xfrm>
        </p:spPr>
        <p:txBody>
          <a:bodyPr lIns="0" tIns="0" rIns="0" bIns="0">
            <a:noAutofit/>
          </a:bodyPr>
          <a:lstStyle>
            <a:lvl1pPr>
              <a:defRPr sz="3200" b="1">
                <a:solidFill>
                  <a:srgbClr val="0F596E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325A98E-E559-9B45-B029-7C58310084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52217"/>
            <a:ext cx="12192000" cy="72485"/>
          </a:xfrm>
          <a:prstGeom prst="rect">
            <a:avLst/>
          </a:prstGeom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DE1312F-5D79-4F4E-BB2E-E1CBC52EF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ts val="3200"/>
              </a:lnSpc>
              <a:defRPr sz="2000"/>
            </a:lvl1pPr>
            <a:lvl2pPr>
              <a:lnSpc>
                <a:spcPts val="3200"/>
              </a:lnSpc>
              <a:defRPr sz="2000"/>
            </a:lvl2pPr>
            <a:lvl3pPr>
              <a:lnSpc>
                <a:spcPts val="3200"/>
              </a:lnSpc>
              <a:defRPr sz="2000"/>
            </a:lvl3pPr>
            <a:lvl4pPr>
              <a:lnSpc>
                <a:spcPts val="3200"/>
              </a:lnSpc>
              <a:defRPr sz="2000"/>
            </a:lvl4pPr>
            <a:lvl5pPr>
              <a:lnSpc>
                <a:spcPts val="3200"/>
              </a:lnSpc>
              <a:defRPr sz="2000"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207568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image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hoek 11">
            <a:extLst>
              <a:ext uri="{FF2B5EF4-FFF2-40B4-BE49-F238E27FC236}">
                <a16:creationId xmlns:a16="http://schemas.microsoft.com/office/drawing/2014/main" id="{E38DE260-EEB5-4646-9FFC-96B5195221B9}"/>
              </a:ext>
            </a:extLst>
          </p:cNvPr>
          <p:cNvSpPr/>
          <p:nvPr userDrawn="1"/>
        </p:nvSpPr>
        <p:spPr>
          <a:xfrm>
            <a:off x="0" y="952217"/>
            <a:ext cx="12192000" cy="5921023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2626EAA6-85E6-1A42-A0A6-8C9B5E6CEA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76377" y="6554709"/>
            <a:ext cx="835546" cy="114173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0078D36C-04D8-3C4A-8FB8-29A142BD43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  <p:sp>
        <p:nvSpPr>
          <p:cNvPr id="15" name="Titel 1">
            <a:extLst>
              <a:ext uri="{FF2B5EF4-FFF2-40B4-BE49-F238E27FC236}">
                <a16:creationId xmlns:a16="http://schemas.microsoft.com/office/drawing/2014/main" id="{0C970269-43D9-2147-A518-FE655BA5CD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0"/>
            <a:ext cx="10515600" cy="1023938"/>
          </a:xfrm>
        </p:spPr>
        <p:txBody>
          <a:bodyPr lIns="0" tIns="0" rIns="0" bIns="0">
            <a:noAutofit/>
          </a:bodyPr>
          <a:lstStyle>
            <a:lvl1pPr>
              <a:defRPr sz="3200" b="1">
                <a:solidFill>
                  <a:srgbClr val="0F596E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976788DB-E3DA-0A4C-BCF6-5EC7D685E3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52217"/>
            <a:ext cx="12192000" cy="72485"/>
          </a:xfrm>
          <a:prstGeom prst="rect">
            <a:avLst/>
          </a:prstGeom>
        </p:spPr>
      </p:pic>
      <p:sp>
        <p:nvSpPr>
          <p:cNvPr id="17" name="Tijdelijke aanduiding voor inhoud 2">
            <a:extLst>
              <a:ext uri="{FF2B5EF4-FFF2-40B4-BE49-F238E27FC236}">
                <a16:creationId xmlns:a16="http://schemas.microsoft.com/office/drawing/2014/main" id="{26CAD193-48AB-8249-9B76-06E30E48C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21040" cy="4351338"/>
          </a:xfrm>
        </p:spPr>
        <p:txBody>
          <a:bodyPr/>
          <a:lstStyle>
            <a:lvl1pPr>
              <a:lnSpc>
                <a:spcPts val="3200"/>
              </a:lnSpc>
              <a:defRPr sz="2000"/>
            </a:lvl1pPr>
            <a:lvl2pPr>
              <a:lnSpc>
                <a:spcPts val="3200"/>
              </a:lnSpc>
              <a:defRPr sz="2000"/>
            </a:lvl2pPr>
            <a:lvl3pPr>
              <a:lnSpc>
                <a:spcPts val="3200"/>
              </a:lnSpc>
              <a:defRPr sz="2000"/>
            </a:lvl3pPr>
            <a:lvl4pPr>
              <a:lnSpc>
                <a:spcPts val="3200"/>
              </a:lnSpc>
              <a:defRPr sz="2000"/>
            </a:lvl4pPr>
            <a:lvl5pPr>
              <a:lnSpc>
                <a:spcPts val="3200"/>
              </a:lnSpc>
              <a:defRPr sz="2000"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8" name="Tijdelijke aanduiding voor afbeelding 3">
            <a:extLst>
              <a:ext uri="{FF2B5EF4-FFF2-40B4-BE49-F238E27FC236}">
                <a16:creationId xmlns:a16="http://schemas.microsoft.com/office/drawing/2014/main" id="{15CA142E-FDCA-B840-A393-918EC56032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1023938"/>
            <a:ext cx="6096000" cy="5776912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63963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541B2211-5E4F-3742-A662-E4B253A382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76377" y="6554709"/>
            <a:ext cx="835546" cy="114173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B84C78BA-65D3-5245-AB82-798D7AA1DC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80300DE-9952-2042-93B2-56D6ED6D6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7759" y="1269914"/>
            <a:ext cx="10026041" cy="2325056"/>
          </a:xfrm>
        </p:spPr>
        <p:txBody>
          <a:bodyPr lIns="0" tIns="0" rIns="0" bIns="0" anchor="t" anchorCtr="0">
            <a:noAutofit/>
          </a:bodyPr>
          <a:lstStyle>
            <a:lvl1pPr>
              <a:defRPr sz="6000" b="1">
                <a:solidFill>
                  <a:srgbClr val="0F596E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174944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13355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sheet with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541B2211-5E4F-3742-A662-E4B253A382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76377" y="6554709"/>
            <a:ext cx="835546" cy="114173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B84C78BA-65D3-5245-AB82-798D7AA1DC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80300DE-9952-2042-93B2-56D6ED6D6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7759" y="1269914"/>
            <a:ext cx="10026041" cy="2325056"/>
          </a:xfrm>
        </p:spPr>
        <p:txBody>
          <a:bodyPr lIns="0" tIns="0" rIns="0" bIns="0" anchor="t" anchorCtr="0">
            <a:noAutofit/>
          </a:bodyPr>
          <a:lstStyle>
            <a:lvl1pPr>
              <a:defRPr sz="6000" b="1">
                <a:solidFill>
                  <a:srgbClr val="0F596E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B9AD2D1-D5E5-EB42-A9EA-3319C412F8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7150" y="3821113"/>
            <a:ext cx="2166938" cy="2166937"/>
          </a:xfrm>
          <a:solidFill>
            <a:srgbClr val="0F596E"/>
          </a:solidFill>
        </p:spPr>
        <p:txBody>
          <a:bodyPr anchor="ctr" anchorCtr="0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or </a:t>
            </a:r>
            <a:r>
              <a:rPr lang="nl-NL" dirty="0" err="1"/>
              <a:t>add</a:t>
            </a:r>
            <a:r>
              <a:rPr lang="nl-NL" dirty="0"/>
              <a:t> background image</a:t>
            </a:r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D60F2F37-80EB-6947-AC4C-1F659B336E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53440" y="3821113"/>
            <a:ext cx="2166938" cy="2166937"/>
          </a:xfrm>
          <a:solidFill>
            <a:srgbClr val="EB6012"/>
          </a:solidFill>
        </p:spPr>
        <p:txBody>
          <a:bodyPr anchor="ctr" anchorCtr="0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or </a:t>
            </a:r>
            <a:r>
              <a:rPr lang="nl-NL" dirty="0" err="1"/>
              <a:t>add</a:t>
            </a:r>
            <a:r>
              <a:rPr lang="nl-NL" dirty="0"/>
              <a:t> background image</a:t>
            </a:r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54DB4AFE-6EC2-7F43-AB0D-C5786DEC73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79730" y="3821113"/>
            <a:ext cx="2166938" cy="2166937"/>
          </a:xfrm>
          <a:solidFill>
            <a:srgbClr val="616160"/>
          </a:solidFill>
        </p:spPr>
        <p:txBody>
          <a:bodyPr anchor="ctr" anchorCtr="0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or </a:t>
            </a:r>
            <a:r>
              <a:rPr lang="nl-NL" dirty="0" err="1"/>
              <a:t>add</a:t>
            </a:r>
            <a:r>
              <a:rPr lang="nl-NL" dirty="0"/>
              <a:t> background image</a:t>
            </a:r>
          </a:p>
        </p:txBody>
      </p:sp>
      <p:sp>
        <p:nvSpPr>
          <p:cNvPr id="12" name="Tijdelijke aanduiding voor tekst 2">
            <a:extLst>
              <a:ext uri="{FF2B5EF4-FFF2-40B4-BE49-F238E27FC236}">
                <a16:creationId xmlns:a16="http://schemas.microsoft.com/office/drawing/2014/main" id="{BBD5C34C-19E0-264F-A5F9-1586A4F2D1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06020" y="3821113"/>
            <a:ext cx="2166938" cy="2166937"/>
          </a:xfrm>
          <a:solidFill>
            <a:srgbClr val="0097B1"/>
          </a:solidFill>
        </p:spPr>
        <p:txBody>
          <a:bodyPr anchor="ctr" anchorCtr="0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or </a:t>
            </a:r>
            <a:r>
              <a:rPr lang="nl-NL" dirty="0" err="1"/>
              <a:t>add</a:t>
            </a:r>
            <a:r>
              <a:rPr lang="nl-NL" dirty="0"/>
              <a:t> background image</a:t>
            </a:r>
          </a:p>
        </p:txBody>
      </p:sp>
    </p:spTree>
    <p:extLst>
      <p:ext uri="{BB962C8B-B14F-4D97-AF65-F5344CB8AC3E}">
        <p14:creationId xmlns:p14="http://schemas.microsoft.com/office/powerpoint/2010/main" val="16969968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541B2211-5E4F-3742-A662-E4B253A382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76377" y="6554709"/>
            <a:ext cx="835546" cy="114173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B84C78BA-65D3-5245-AB82-798D7AA1DC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80300DE-9952-2042-93B2-56D6ED6D6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0"/>
            <a:ext cx="10515600" cy="1023938"/>
          </a:xfrm>
        </p:spPr>
        <p:txBody>
          <a:bodyPr lIns="0" tIns="0" rIns="0" bIns="0">
            <a:noAutofit/>
          </a:bodyPr>
          <a:lstStyle>
            <a:lvl1pPr>
              <a:defRPr sz="3200" b="1">
                <a:solidFill>
                  <a:srgbClr val="0F596E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325A98E-E559-9B45-B029-7C58310084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52217"/>
            <a:ext cx="12192000" cy="72485"/>
          </a:xfrm>
          <a:prstGeom prst="rect">
            <a:avLst/>
          </a:prstGeom>
        </p:spPr>
      </p:pic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4CD2D311-E74B-0D48-8B88-5724E61A8C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023938"/>
            <a:ext cx="12192000" cy="5776912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26754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image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541B2211-5E4F-3742-A662-E4B253A382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76377" y="6554709"/>
            <a:ext cx="835546" cy="114173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B84C78BA-65D3-5245-AB82-798D7AA1DC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4CD2D311-E74B-0D48-8B88-5724E61A8C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008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682255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h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70D782A1-FFA4-9B49-BC0D-164C54681FB1}"/>
              </a:ext>
            </a:extLst>
          </p:cNvPr>
          <p:cNvSpPr/>
          <p:nvPr userDrawn="1"/>
        </p:nvSpPr>
        <p:spPr>
          <a:xfrm>
            <a:off x="0" y="952217"/>
            <a:ext cx="12192000" cy="5921023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541B2211-5E4F-3742-A662-E4B253A382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76377" y="6554709"/>
            <a:ext cx="835546" cy="114173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B84C78BA-65D3-5245-AB82-798D7AA1DC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80300DE-9952-2042-93B2-56D6ED6D6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0"/>
            <a:ext cx="10515600" cy="1024702"/>
          </a:xfrm>
        </p:spPr>
        <p:txBody>
          <a:bodyPr lIns="0" tIns="0" rIns="0" bIns="0">
            <a:noAutofit/>
          </a:bodyPr>
          <a:lstStyle>
            <a:lvl1pPr>
              <a:defRPr sz="3200" b="1">
                <a:solidFill>
                  <a:srgbClr val="0F596E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325A98E-E559-9B45-B029-7C58310084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52217"/>
            <a:ext cx="12192000" cy="72485"/>
          </a:xfrm>
          <a:prstGeom prst="rect">
            <a:avLst/>
          </a:prstGeom>
        </p:spPr>
      </p:pic>
      <p:sp>
        <p:nvSpPr>
          <p:cNvPr id="12" name="Tijdelijke aanduiding voor tekst 2">
            <a:extLst>
              <a:ext uri="{FF2B5EF4-FFF2-40B4-BE49-F238E27FC236}">
                <a16:creationId xmlns:a16="http://schemas.microsoft.com/office/drawing/2014/main" id="{DE5EDEEC-E952-734C-9156-2C609AE147F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887120"/>
            <a:ext cx="3045737" cy="23603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rgbClr val="61616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20pt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13" name="Tijdelijke aanduiding voor tekst 2">
            <a:extLst>
              <a:ext uri="{FF2B5EF4-FFF2-40B4-BE49-F238E27FC236}">
                <a16:creationId xmlns:a16="http://schemas.microsoft.com/office/drawing/2014/main" id="{96913986-1475-4A4A-ABCF-6FAF4EFDE90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901102" y="1443057"/>
            <a:ext cx="4006692" cy="74454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400">
                <a:solidFill>
                  <a:srgbClr val="0F596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14pt small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14" name="Tijdelijke aanduiding voor tekst 2">
            <a:extLst>
              <a:ext uri="{FF2B5EF4-FFF2-40B4-BE49-F238E27FC236}">
                <a16:creationId xmlns:a16="http://schemas.microsoft.com/office/drawing/2014/main" id="{97CC491F-12DC-FC42-AB78-A82D457E83FD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38200" y="1443057"/>
            <a:ext cx="1760145" cy="74454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0" b="1">
                <a:solidFill>
                  <a:srgbClr val="0F596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60pt</a:t>
            </a:r>
          </a:p>
        </p:txBody>
      </p:sp>
      <p:sp>
        <p:nvSpPr>
          <p:cNvPr id="15" name="Tijdelijke aanduiding voor tekst 2">
            <a:extLst>
              <a:ext uri="{FF2B5EF4-FFF2-40B4-BE49-F238E27FC236}">
                <a16:creationId xmlns:a16="http://schemas.microsoft.com/office/drawing/2014/main" id="{774489CF-5DD0-0645-84C5-123D45C65BDE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38200" y="3291292"/>
            <a:ext cx="3045737" cy="74454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400">
                <a:solidFill>
                  <a:srgbClr val="0F596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14pt small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18" name="Tijdelijke aanduiding voor tekst 2">
            <a:extLst>
              <a:ext uri="{FF2B5EF4-FFF2-40B4-BE49-F238E27FC236}">
                <a16:creationId xmlns:a16="http://schemas.microsoft.com/office/drawing/2014/main" id="{38B965B5-E287-ED48-9324-8798A32AFE5F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4070287" y="2887120"/>
            <a:ext cx="3045737" cy="23603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rgbClr val="0097B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20pt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19" name="Tijdelijke aanduiding voor tekst 2">
            <a:extLst>
              <a:ext uri="{FF2B5EF4-FFF2-40B4-BE49-F238E27FC236}">
                <a16:creationId xmlns:a16="http://schemas.microsoft.com/office/drawing/2014/main" id="{2603D593-704F-8C47-90E7-5945FEA96F5B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070287" y="3291292"/>
            <a:ext cx="3045737" cy="74454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400">
                <a:solidFill>
                  <a:srgbClr val="0F596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14pt small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20" name="Tijdelijke aanduiding voor tekst 2">
            <a:extLst>
              <a:ext uri="{FF2B5EF4-FFF2-40B4-BE49-F238E27FC236}">
                <a16:creationId xmlns:a16="http://schemas.microsoft.com/office/drawing/2014/main" id="{95FD54DD-2326-2D4A-A0E9-D5A9FE61B3F3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38200" y="4679707"/>
            <a:ext cx="3045737" cy="23603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rgbClr val="0F596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20pt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21" name="Tijdelijke aanduiding voor tekst 2">
            <a:extLst>
              <a:ext uri="{FF2B5EF4-FFF2-40B4-BE49-F238E27FC236}">
                <a16:creationId xmlns:a16="http://schemas.microsoft.com/office/drawing/2014/main" id="{BB20FBF6-AAEB-AF45-881C-AC8EDC415B6B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838200" y="5083879"/>
            <a:ext cx="3045737" cy="74454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400">
                <a:solidFill>
                  <a:srgbClr val="0F596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14pt small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22" name="Tijdelijke aanduiding voor tekst 2">
            <a:extLst>
              <a:ext uri="{FF2B5EF4-FFF2-40B4-BE49-F238E27FC236}">
                <a16:creationId xmlns:a16="http://schemas.microsoft.com/office/drawing/2014/main" id="{F81A2B7D-41E0-124A-8184-78D100D7CAC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070287" y="4679707"/>
            <a:ext cx="3045737" cy="236034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rgbClr val="EB601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20pt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23" name="Tijdelijke aanduiding voor tekst 2">
            <a:extLst>
              <a:ext uri="{FF2B5EF4-FFF2-40B4-BE49-F238E27FC236}">
                <a16:creationId xmlns:a16="http://schemas.microsoft.com/office/drawing/2014/main" id="{E5DD7CDC-4FBD-9047-B0B8-D897C3EA4EF6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070287" y="5083879"/>
            <a:ext cx="3045737" cy="74454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buNone/>
              <a:defRPr sz="1400">
                <a:solidFill>
                  <a:srgbClr val="0F596E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14pt small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4" name="Tijdelijke aanduiding voor grafiek 3">
            <a:extLst>
              <a:ext uri="{FF2B5EF4-FFF2-40B4-BE49-F238E27FC236}">
                <a16:creationId xmlns:a16="http://schemas.microsoft.com/office/drawing/2014/main" id="{BC251965-597E-F947-BCDA-A99A504D05FB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7331577" y="1443057"/>
            <a:ext cx="4595168" cy="438536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563024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hee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70D782A1-FFA4-9B49-BC0D-164C54681FB1}"/>
              </a:ext>
            </a:extLst>
          </p:cNvPr>
          <p:cNvSpPr/>
          <p:nvPr userDrawn="1"/>
        </p:nvSpPr>
        <p:spPr>
          <a:xfrm>
            <a:off x="0" y="952217"/>
            <a:ext cx="12192000" cy="5921023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541B2211-5E4F-3742-A662-E4B253A382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76377" y="6554709"/>
            <a:ext cx="835546" cy="114173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B84C78BA-65D3-5245-AB82-798D7AA1DC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id="{180300DE-9952-2042-93B2-56D6ED6D6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0"/>
            <a:ext cx="10515600" cy="1024702"/>
          </a:xfrm>
        </p:spPr>
        <p:txBody>
          <a:bodyPr lIns="0" tIns="0" rIns="0" bIns="0">
            <a:noAutofit/>
          </a:bodyPr>
          <a:lstStyle>
            <a:lvl1pPr>
              <a:defRPr sz="3200" b="1">
                <a:solidFill>
                  <a:srgbClr val="0F596E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325A98E-E559-9B45-B029-7C58310084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52217"/>
            <a:ext cx="12192000" cy="72485"/>
          </a:xfrm>
          <a:prstGeom prst="rect">
            <a:avLst/>
          </a:prstGeom>
        </p:spPr>
      </p:pic>
      <p:sp>
        <p:nvSpPr>
          <p:cNvPr id="4" name="Tijdelijke aanduiding voor grafiek 3">
            <a:extLst>
              <a:ext uri="{FF2B5EF4-FFF2-40B4-BE49-F238E27FC236}">
                <a16:creationId xmlns:a16="http://schemas.microsoft.com/office/drawing/2014/main" id="{BC251965-597E-F947-BCDA-A99A504D05FB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>
          <a:xfrm>
            <a:off x="7331577" y="1443057"/>
            <a:ext cx="4595168" cy="4385365"/>
          </a:xfrm>
        </p:spPr>
        <p:txBody>
          <a:bodyPr/>
          <a:lstStyle>
            <a:lvl1pPr>
              <a:buNone/>
              <a:defRPr/>
            </a:lvl1pPr>
          </a:lstStyle>
          <a:p>
            <a:endParaRPr lang="nl-NL" dirty="0"/>
          </a:p>
        </p:txBody>
      </p:sp>
      <p:sp>
        <p:nvSpPr>
          <p:cNvPr id="25" name="Tijdelijke aanduiding voor inhoud 2">
            <a:extLst>
              <a:ext uri="{FF2B5EF4-FFF2-40B4-BE49-F238E27FC236}">
                <a16:creationId xmlns:a16="http://schemas.microsoft.com/office/drawing/2014/main" id="{6FD1A7B5-F19F-EA49-905A-2CE479AA6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699" y="1443057"/>
            <a:ext cx="4621040" cy="4351338"/>
          </a:xfrm>
        </p:spPr>
        <p:txBody>
          <a:bodyPr/>
          <a:lstStyle>
            <a:lvl1pPr>
              <a:lnSpc>
                <a:spcPts val="3200"/>
              </a:lnSpc>
              <a:defRPr sz="2000"/>
            </a:lvl1pPr>
            <a:lvl2pPr>
              <a:lnSpc>
                <a:spcPts val="3200"/>
              </a:lnSpc>
              <a:defRPr sz="2000"/>
            </a:lvl2pPr>
            <a:lvl3pPr>
              <a:lnSpc>
                <a:spcPts val="3200"/>
              </a:lnSpc>
              <a:defRPr sz="2000"/>
            </a:lvl3pPr>
            <a:lvl4pPr>
              <a:lnSpc>
                <a:spcPts val="3200"/>
              </a:lnSpc>
              <a:defRPr sz="2000"/>
            </a:lvl4pPr>
            <a:lvl5pPr>
              <a:lnSpc>
                <a:spcPts val="3200"/>
              </a:lnSpc>
              <a:defRPr sz="2000"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6346857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heet ICT Gro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 descr="Afbeelding met buiten, gebouw, groen, stad&#10;&#10;Automatisch gegenereerde beschrijving">
            <a:extLst>
              <a:ext uri="{FF2B5EF4-FFF2-40B4-BE49-F238E27FC236}">
                <a16:creationId xmlns:a16="http://schemas.microsoft.com/office/drawing/2014/main" id="{3E5AADC8-6A29-1547-A532-4850335318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57245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2AF62C6-2FC6-844D-85C8-10ABC73CAA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36416" y="4599642"/>
            <a:ext cx="9733280" cy="1153796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4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br>
              <a:rPr lang="nl-NL" dirty="0"/>
            </a:b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497FF1A5-08FF-D147-80CF-57E57939923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5280" y="221001"/>
            <a:ext cx="2161305" cy="563319"/>
          </a:xfrm>
          <a:prstGeom prst="rect">
            <a:avLst/>
          </a:prstGeom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5DAACA57-5D38-9D48-8085-6D201A37B3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7630" y="335280"/>
            <a:ext cx="339090" cy="33909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1D7D93E2-0094-3F4C-8E06-F9577B99E34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84F48386-ABA0-5543-AC79-B92169211CF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52217"/>
            <a:ext cx="12192000" cy="7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9926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heet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3">
            <a:extLst>
              <a:ext uri="{FF2B5EF4-FFF2-40B4-BE49-F238E27FC236}">
                <a16:creationId xmlns:a16="http://schemas.microsoft.com/office/drawing/2014/main" id="{6B4FB1CA-0245-444F-824E-7FC15FAD0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023938"/>
            <a:ext cx="12192000" cy="5776912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endParaRPr lang="nl-NL" dirty="0"/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497FF1A5-08FF-D147-80CF-57E5793992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5280" y="221001"/>
            <a:ext cx="2161305" cy="563319"/>
          </a:xfrm>
          <a:prstGeom prst="rect">
            <a:avLst/>
          </a:prstGeom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5DAACA57-5D38-9D48-8085-6D201A37B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7630" y="335280"/>
            <a:ext cx="339090" cy="339090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1D7D93E2-0094-3F4C-8E06-F9577B99E34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800755"/>
            <a:ext cx="12192000" cy="72485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84F48386-ABA0-5543-AC79-B92169211CF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52217"/>
            <a:ext cx="12192000" cy="72485"/>
          </a:xfrm>
          <a:prstGeom prst="rect">
            <a:avLst/>
          </a:prstGeom>
        </p:spPr>
      </p:pic>
      <p:sp>
        <p:nvSpPr>
          <p:cNvPr id="13" name="Tijdelijke aanduiding voor tekst 4">
            <a:extLst>
              <a:ext uri="{FF2B5EF4-FFF2-40B4-BE49-F238E27FC236}">
                <a16:creationId xmlns:a16="http://schemas.microsoft.com/office/drawing/2014/main" id="{03FFC1D3-6B0A-D941-9CFC-8B91187F4D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355783"/>
            <a:ext cx="12192000" cy="1654175"/>
          </a:xfrm>
          <a:solidFill>
            <a:srgbClr val="0F596E">
              <a:alpha val="90000"/>
            </a:srgbClr>
          </a:solidFill>
        </p:spPr>
        <p:txBody>
          <a:bodyPr lIns="1007999" tIns="36000" bIns="0" anchor="ctr" anchorCtr="0"/>
          <a:lstStyle>
            <a:lvl1pPr marL="0" indent="0">
              <a:lnSpc>
                <a:spcPct val="75000"/>
              </a:lnSpc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endParaRPr lang="nl-NL" dirty="0"/>
          </a:p>
          <a:p>
            <a:pPr lvl="0"/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68489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81D9626B-8B72-C149-B854-C3D8A2648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B36E071-38CF-FE4D-A495-8E3B4C0C3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FA12B4E-DB9A-004D-B28E-FB163B2CB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BADB5E-39C7-264C-8A26-E97BA5DD03CB}" type="datetimeFigureOut">
              <a:rPr lang="nl-NL" smtClean="0"/>
              <a:t>12-2-2025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277C6EF-9A60-0A44-A8B9-AD7E56901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5181F60-2B9C-8348-8A82-67EC0E4EE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7AD54-B3A8-6D47-86F8-5FE82CDF0F5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17973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75" r:id="rId3"/>
    <p:sldLayoutId id="2147483651" r:id="rId4"/>
    <p:sldLayoutId id="2147483660" r:id="rId5"/>
    <p:sldLayoutId id="2147483661" r:id="rId6"/>
    <p:sldLayoutId id="2147483662" r:id="rId7"/>
    <p:sldLayoutId id="2147483663" r:id="rId8"/>
    <p:sldLayoutId id="2147483665" r:id="rId9"/>
    <p:sldLayoutId id="2147483666" r:id="rId10"/>
    <p:sldLayoutId id="2147483650" r:id="rId11"/>
    <p:sldLayoutId id="2147483676" r:id="rId12"/>
    <p:sldLayoutId id="2147483667" r:id="rId13"/>
    <p:sldLayoutId id="2147483678" r:id="rId14"/>
    <p:sldLayoutId id="2147483677" r:id="rId15"/>
    <p:sldLayoutId id="2147483672" r:id="rId16"/>
    <p:sldLayoutId id="2147483673" r:id="rId17"/>
    <p:sldLayoutId id="2147483668" r:id="rId18"/>
    <p:sldLayoutId id="2147483671" r:id="rId19"/>
    <p:sldLayoutId id="2147483669" r:id="rId20"/>
    <p:sldLayoutId id="2147483670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F596E"/>
          </a:solidFill>
          <a:latin typeface="+mn-lt"/>
          <a:ea typeface="+mj-ea"/>
          <a:cs typeface="+mj-cs"/>
        </a:defRPr>
      </a:lvl1pPr>
    </p:titleStyle>
    <p:bodyStyle>
      <a:lvl1pPr marL="365125" indent="-355600" algn="l" defTabSz="914400" rtl="0" eaLnBrk="1" latinLnBrk="0" hangingPunct="1">
        <a:lnSpc>
          <a:spcPct val="90000"/>
        </a:lnSpc>
        <a:spcBef>
          <a:spcPts val="1000"/>
        </a:spcBef>
        <a:buSzPct val="90000"/>
        <a:buFontTx/>
        <a:buBlip>
          <a:blip r:embed="rId23"/>
        </a:buBlip>
        <a:tabLst/>
        <a:defRPr sz="2800" kern="1200">
          <a:solidFill>
            <a:srgbClr val="0F596E"/>
          </a:solidFill>
          <a:latin typeface="+mn-lt"/>
          <a:ea typeface="+mn-ea"/>
          <a:cs typeface="+mn-cs"/>
        </a:defRPr>
      </a:lvl1pPr>
      <a:lvl2pPr marL="801688" indent="-376238" algn="l" defTabSz="914400" rtl="0" eaLnBrk="1" latinLnBrk="0" hangingPunct="1">
        <a:lnSpc>
          <a:spcPct val="90000"/>
        </a:lnSpc>
        <a:spcBef>
          <a:spcPts val="500"/>
        </a:spcBef>
        <a:buSzPct val="90000"/>
        <a:buFontTx/>
        <a:buBlip>
          <a:blip r:embed="rId23"/>
        </a:buBlip>
        <a:tabLst/>
        <a:defRPr sz="2400" kern="1200">
          <a:solidFill>
            <a:srgbClr val="0F596E"/>
          </a:solidFill>
          <a:latin typeface="+mn-lt"/>
          <a:ea typeface="+mn-ea"/>
          <a:cs typeface="+mn-cs"/>
        </a:defRPr>
      </a:lvl2pPr>
      <a:lvl3pPr marL="1249363" indent="-334963" algn="l" defTabSz="914400" rtl="0" eaLnBrk="1" latinLnBrk="0" hangingPunct="1">
        <a:lnSpc>
          <a:spcPct val="90000"/>
        </a:lnSpc>
        <a:spcBef>
          <a:spcPts val="500"/>
        </a:spcBef>
        <a:buSzPct val="90000"/>
        <a:buFontTx/>
        <a:buBlip>
          <a:blip r:embed="rId23"/>
        </a:buBlip>
        <a:tabLst/>
        <a:defRPr sz="2000" kern="1200">
          <a:solidFill>
            <a:srgbClr val="0F596E"/>
          </a:solidFill>
          <a:latin typeface="+mn-lt"/>
          <a:ea typeface="+mn-ea"/>
          <a:cs typeface="+mn-cs"/>
        </a:defRPr>
      </a:lvl3pPr>
      <a:lvl4pPr marL="1644650" indent="-273050" algn="l" defTabSz="914400" rtl="0" eaLnBrk="1" latinLnBrk="0" hangingPunct="1">
        <a:lnSpc>
          <a:spcPct val="90000"/>
        </a:lnSpc>
        <a:spcBef>
          <a:spcPts val="500"/>
        </a:spcBef>
        <a:buSzPct val="90000"/>
        <a:buFontTx/>
        <a:buBlip>
          <a:blip r:embed="rId23"/>
        </a:buBlip>
        <a:tabLst/>
        <a:defRPr sz="1800" kern="1200">
          <a:solidFill>
            <a:srgbClr val="0F596E"/>
          </a:solidFill>
          <a:latin typeface="+mn-lt"/>
          <a:ea typeface="+mn-ea"/>
          <a:cs typeface="+mn-cs"/>
        </a:defRPr>
      </a:lvl4pPr>
      <a:lvl5pPr marL="2092325" indent="-263525" algn="l" defTabSz="914400" rtl="0" eaLnBrk="1" latinLnBrk="0" hangingPunct="1">
        <a:lnSpc>
          <a:spcPct val="90000"/>
        </a:lnSpc>
        <a:spcBef>
          <a:spcPts val="500"/>
        </a:spcBef>
        <a:buSzPct val="90000"/>
        <a:buFontTx/>
        <a:buBlip>
          <a:blip r:embed="rId23"/>
        </a:buBlip>
        <a:tabLst/>
        <a:defRPr sz="1800" kern="1200">
          <a:solidFill>
            <a:srgbClr val="0F596E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version.net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version.net/docs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ource.io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osli.com/blog/git-grep-like-a-pro-the-complete-guide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cs/git-filter-branch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.png"/><Relationship Id="rId5" Type="http://schemas.openxmlformats.org/officeDocument/2006/relationships/hyperlink" Target="https://github.com/newren/git-filter-repo/" TargetMode="External"/><Relationship Id="rId4" Type="http://schemas.openxmlformats.org/officeDocument/2006/relationships/hyperlink" Target="https://rtyley.github.io/bfg-repo-cleaner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izardzines.com/zines/git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beej.us/guide/bggi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fgeronde rechthoek 6">
            <a:extLst>
              <a:ext uri="{FF2B5EF4-FFF2-40B4-BE49-F238E27FC236}">
                <a16:creationId xmlns:a16="http://schemas.microsoft.com/office/drawing/2014/main" id="{C797DB6D-2686-2244-B6DB-84FEAFD186E8}"/>
              </a:ext>
            </a:extLst>
          </p:cNvPr>
          <p:cNvSpPr/>
          <p:nvPr/>
        </p:nvSpPr>
        <p:spPr>
          <a:xfrm>
            <a:off x="1036414" y="4109786"/>
            <a:ext cx="4829813" cy="457200"/>
          </a:xfrm>
          <a:prstGeom prst="roundRect">
            <a:avLst/>
          </a:prstGeom>
          <a:solidFill>
            <a:srgbClr val="EB6012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/>
              <a:t>25-01-2024  |  Git training </a:t>
            </a:r>
            <a:r>
              <a:rPr lang="nl-NL" sz="1400" dirty="0" err="1"/>
              <a:t>advanced</a:t>
            </a:r>
            <a:r>
              <a:rPr lang="nl-NL" sz="1400" dirty="0"/>
              <a:t>  |  Wilbert van Dolleweerd</a:t>
            </a:r>
          </a:p>
        </p:txBody>
      </p:sp>
    </p:spTree>
    <p:extLst>
      <p:ext uri="{BB962C8B-B14F-4D97-AF65-F5344CB8AC3E}">
        <p14:creationId xmlns:p14="http://schemas.microsoft.com/office/powerpoint/2010/main" val="101236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137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05F049-6241-45D3-A0FE-B1FA982D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Version 0.1.0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A person wearing a top hat pointing at the camera&#10;&#10;Description automatically generated">
            <a:extLst>
              <a:ext uri="{FF2B5EF4-FFF2-40B4-BE49-F238E27FC236}">
                <a16:creationId xmlns:a16="http://schemas.microsoft.com/office/drawing/2014/main" id="{72A05D8C-5362-D0F5-99D5-00E610CFD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735" y="117889"/>
            <a:ext cx="4899136" cy="657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52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71B5A-0EF1-0655-D6E6-86EC7048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Git and new projects – how to configure?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C80842-A295-0EF9-DB24-451FDC973F18}"/>
              </a:ext>
            </a:extLst>
          </p:cNvPr>
          <p:cNvSpPr txBox="1"/>
          <p:nvPr/>
        </p:nvSpPr>
        <p:spPr>
          <a:xfrm>
            <a:off x="640246" y="1386451"/>
            <a:ext cx="106703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My rule:</a:t>
            </a:r>
            <a:br>
              <a:rPr lang="en-GB" sz="3600" dirty="0"/>
            </a:br>
            <a:endParaRPr lang="en-GB" sz="3600" dirty="0"/>
          </a:p>
          <a:p>
            <a:r>
              <a:rPr lang="en-GB" sz="3600" dirty="0"/>
              <a:t>“</a:t>
            </a:r>
            <a:r>
              <a:rPr lang="en-GB" sz="3600" i="1" dirty="0"/>
              <a:t>Anything that can be considered to have a specific life-cycle</a:t>
            </a:r>
            <a:r>
              <a:rPr lang="en-GB" sz="3600" dirty="0"/>
              <a:t>, </a:t>
            </a:r>
            <a:r>
              <a:rPr lang="en-GB" sz="3600" i="1" dirty="0"/>
              <a:t>should have its own repository.”</a:t>
            </a:r>
            <a:endParaRPr lang="nl-NL" sz="3600" dirty="0"/>
          </a:p>
        </p:txBody>
      </p:sp>
    </p:spTree>
    <p:extLst>
      <p:ext uri="{BB962C8B-B14F-4D97-AF65-F5344CB8AC3E}">
        <p14:creationId xmlns:p14="http://schemas.microsoft.com/office/powerpoint/2010/main" val="2110488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B885C-F820-9A5E-CAAF-8EC1FA729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FA496-091E-3CE2-D3C8-686F4F4D2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Git and new projects – examples</a:t>
            </a:r>
            <a:endParaRPr lang="nl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D1FD4E-C752-39EC-BA81-77450956F9FB}"/>
              </a:ext>
            </a:extLst>
          </p:cNvPr>
          <p:cNvSpPr txBox="1"/>
          <p:nvPr/>
        </p:nvSpPr>
        <p:spPr>
          <a:xfrm>
            <a:off x="1159565" y="1848678"/>
            <a:ext cx="9693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You are starting a new project which will result in a single executable. </a:t>
            </a:r>
            <a:endParaRPr lang="nl-NL" dirty="0"/>
          </a:p>
        </p:txBody>
      </p:sp>
      <p:pic>
        <p:nvPicPr>
          <p:cNvPr id="7" name="Picture 6" descr="A red and black sign&#10;&#10;AI-generated content may be incorrect.">
            <a:extLst>
              <a:ext uri="{FF2B5EF4-FFF2-40B4-BE49-F238E27FC236}">
                <a16:creationId xmlns:a16="http://schemas.microsoft.com/office/drawing/2014/main" id="{C6ECB4E1-1580-5E26-6CE8-6273D0302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8129" y="2908613"/>
            <a:ext cx="2579993" cy="255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97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C4659-F3FB-EB45-BF58-6CD7B1C19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5CB45-8994-A223-D080-062841AD1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Git and new projects – examples</a:t>
            </a:r>
            <a:endParaRPr lang="nl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20F9BB-B140-FE86-107D-62C55F68A8EE}"/>
              </a:ext>
            </a:extLst>
          </p:cNvPr>
          <p:cNvSpPr txBox="1"/>
          <p:nvPr/>
        </p:nvSpPr>
        <p:spPr>
          <a:xfrm>
            <a:off x="1159565" y="1848678"/>
            <a:ext cx="969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You are creating a desktop client where you interface with a database. The databases SQL scripts are maintained by a third-party. You expect multiple releases of the scripts.</a:t>
            </a:r>
            <a:endParaRPr lang="nl-NL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EA4BB28-29C6-0305-BC5F-6324B2077959}"/>
              </a:ext>
            </a:extLst>
          </p:cNvPr>
          <p:cNvGrpSpPr/>
          <p:nvPr/>
        </p:nvGrpSpPr>
        <p:grpSpPr>
          <a:xfrm>
            <a:off x="2902581" y="3023521"/>
            <a:ext cx="5333486" cy="2554064"/>
            <a:chOff x="2902581" y="3023522"/>
            <a:chExt cx="5333486" cy="255406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6C284EA-DF84-92A1-BFF5-8F24355B9593}"/>
                </a:ext>
              </a:extLst>
            </p:cNvPr>
            <p:cNvGrpSpPr/>
            <p:nvPr/>
          </p:nvGrpSpPr>
          <p:grpSpPr>
            <a:xfrm>
              <a:off x="2902581" y="3023522"/>
              <a:ext cx="2579993" cy="2554063"/>
              <a:chOff x="1678136" y="3085960"/>
              <a:chExt cx="2579993" cy="2554063"/>
            </a:xfrm>
          </p:grpSpPr>
          <p:pic>
            <p:nvPicPr>
              <p:cNvPr id="7" name="Picture 6" descr="A red and black sign&#10;&#10;AI-generated content may be incorrect.">
                <a:extLst>
                  <a:ext uri="{FF2B5EF4-FFF2-40B4-BE49-F238E27FC236}">
                    <a16:creationId xmlns:a16="http://schemas.microsoft.com/office/drawing/2014/main" id="{37F31B12-99BE-A9AD-38BE-B5A67A9B29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78136" y="3085960"/>
                <a:ext cx="2579993" cy="2554063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4BE708-5E1E-2933-075C-FB878BE6D322}"/>
                  </a:ext>
                </a:extLst>
              </p:cNvPr>
              <p:cNvSpPr txBox="1"/>
              <p:nvPr/>
            </p:nvSpPr>
            <p:spPr>
              <a:xfrm>
                <a:off x="1828800" y="5148470"/>
                <a:ext cx="22992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Desktop client</a:t>
                </a:r>
                <a:endParaRPr lang="nl-NL" dirty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37EDF07-DF0F-619C-7F27-1BC2FDC581B8}"/>
                </a:ext>
              </a:extLst>
            </p:cNvPr>
            <p:cNvGrpSpPr/>
            <p:nvPr/>
          </p:nvGrpSpPr>
          <p:grpSpPr>
            <a:xfrm>
              <a:off x="5656074" y="3023523"/>
              <a:ext cx="2579993" cy="2554063"/>
              <a:chOff x="1678136" y="3085960"/>
              <a:chExt cx="2579993" cy="2554063"/>
            </a:xfrm>
          </p:grpSpPr>
          <p:pic>
            <p:nvPicPr>
              <p:cNvPr id="8" name="Picture 7" descr="A red and black sign&#10;&#10;AI-generated content may be incorrect.">
                <a:extLst>
                  <a:ext uri="{FF2B5EF4-FFF2-40B4-BE49-F238E27FC236}">
                    <a16:creationId xmlns:a16="http://schemas.microsoft.com/office/drawing/2014/main" id="{E70D202D-EFD4-4B14-C636-9B9AE2758B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78136" y="3085960"/>
                <a:ext cx="2579993" cy="2554063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801BCA-CE2D-F6B6-6415-A8649154B180}"/>
                  </a:ext>
                </a:extLst>
              </p:cNvPr>
              <p:cNvSpPr txBox="1"/>
              <p:nvPr/>
            </p:nvSpPr>
            <p:spPr>
              <a:xfrm>
                <a:off x="1828800" y="5148470"/>
                <a:ext cx="22992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Third party database</a:t>
                </a:r>
                <a:endParaRPr lang="nl-NL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4216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51FAC-DCE7-9DE9-BC1F-FB3A73F17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827DD-D72B-4A45-DE99-271BE46EC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Git and new projects – examples</a:t>
            </a:r>
            <a:endParaRPr lang="nl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C6ACCD-DDC5-B416-AC32-E083938CCE1B}"/>
              </a:ext>
            </a:extLst>
          </p:cNvPr>
          <p:cNvSpPr txBox="1"/>
          <p:nvPr/>
        </p:nvSpPr>
        <p:spPr>
          <a:xfrm>
            <a:off x="1159565" y="1848678"/>
            <a:ext cx="969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You are creating a web frontend that communicates with a REST API also designed by you. The REST API can progress individually from the web frontend.</a:t>
            </a:r>
            <a:endParaRPr lang="nl-NL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124573D-C836-A26A-C806-47ACFEFD60F7}"/>
              </a:ext>
            </a:extLst>
          </p:cNvPr>
          <p:cNvGrpSpPr/>
          <p:nvPr/>
        </p:nvGrpSpPr>
        <p:grpSpPr>
          <a:xfrm>
            <a:off x="2902581" y="3023521"/>
            <a:ext cx="5333486" cy="2554064"/>
            <a:chOff x="2902581" y="3023522"/>
            <a:chExt cx="5333486" cy="255406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B2C4B47-9A80-D359-3B8D-A4EBFEF76E67}"/>
                </a:ext>
              </a:extLst>
            </p:cNvPr>
            <p:cNvGrpSpPr/>
            <p:nvPr/>
          </p:nvGrpSpPr>
          <p:grpSpPr>
            <a:xfrm>
              <a:off x="2902581" y="3023522"/>
              <a:ext cx="2579993" cy="2554063"/>
              <a:chOff x="1678136" y="3085960"/>
              <a:chExt cx="2579993" cy="2554063"/>
            </a:xfrm>
          </p:grpSpPr>
          <p:pic>
            <p:nvPicPr>
              <p:cNvPr id="7" name="Picture 6" descr="A red and black sign&#10;&#10;AI-generated content may be incorrect.">
                <a:extLst>
                  <a:ext uri="{FF2B5EF4-FFF2-40B4-BE49-F238E27FC236}">
                    <a16:creationId xmlns:a16="http://schemas.microsoft.com/office/drawing/2014/main" id="{5DD9C519-8CBA-C49A-EED5-EABAF8DFD6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78136" y="3085960"/>
                <a:ext cx="2579993" cy="2554063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52B9FC2-2099-9AFE-E6B6-F5AF2CEBE78C}"/>
                  </a:ext>
                </a:extLst>
              </p:cNvPr>
              <p:cNvSpPr txBox="1"/>
              <p:nvPr/>
            </p:nvSpPr>
            <p:spPr>
              <a:xfrm>
                <a:off x="1828800" y="5148470"/>
                <a:ext cx="22992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Web frontend</a:t>
                </a:r>
                <a:endParaRPr lang="nl-NL" dirty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ED3CEBF-EB17-2F90-8A95-0827D58C0613}"/>
                </a:ext>
              </a:extLst>
            </p:cNvPr>
            <p:cNvGrpSpPr/>
            <p:nvPr/>
          </p:nvGrpSpPr>
          <p:grpSpPr>
            <a:xfrm>
              <a:off x="5656074" y="3023523"/>
              <a:ext cx="2579993" cy="2554063"/>
              <a:chOff x="1678136" y="3085960"/>
              <a:chExt cx="2579993" cy="2554063"/>
            </a:xfrm>
          </p:grpSpPr>
          <p:pic>
            <p:nvPicPr>
              <p:cNvPr id="8" name="Picture 7" descr="A red and black sign&#10;&#10;AI-generated content may be incorrect.">
                <a:extLst>
                  <a:ext uri="{FF2B5EF4-FFF2-40B4-BE49-F238E27FC236}">
                    <a16:creationId xmlns:a16="http://schemas.microsoft.com/office/drawing/2014/main" id="{AF5BBA70-4387-816A-81F3-7922B5BD76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78136" y="3085960"/>
                <a:ext cx="2579993" cy="2554063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0AF980-DE38-DB38-1ABC-8602FD2B6F23}"/>
                  </a:ext>
                </a:extLst>
              </p:cNvPr>
              <p:cNvSpPr txBox="1"/>
              <p:nvPr/>
            </p:nvSpPr>
            <p:spPr>
              <a:xfrm>
                <a:off x="1828800" y="5148470"/>
                <a:ext cx="22992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REST API</a:t>
                </a:r>
                <a:endParaRPr lang="nl-NL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05695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35558-5F69-AD5C-C5FF-0C751A6C3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59FF2-3C6E-CE76-2D4F-6BEDAAA4A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Git and new projects – examples</a:t>
            </a:r>
            <a:endParaRPr lang="nl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C1E1A8-1F8F-8AC4-C417-77C5EE475628}"/>
              </a:ext>
            </a:extLst>
          </p:cNvPr>
          <p:cNvSpPr txBox="1"/>
          <p:nvPr/>
        </p:nvSpPr>
        <p:spPr>
          <a:xfrm>
            <a:off x="1159565" y="1848678"/>
            <a:ext cx="9693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You are starting a new project with a microservice architecture where you will deploy multiple microservices.</a:t>
            </a:r>
            <a:endParaRPr lang="nl-NL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4187045-054F-8140-8C6C-943AA02B43A2}"/>
              </a:ext>
            </a:extLst>
          </p:cNvPr>
          <p:cNvGrpSpPr/>
          <p:nvPr/>
        </p:nvGrpSpPr>
        <p:grpSpPr>
          <a:xfrm>
            <a:off x="815364" y="3026176"/>
            <a:ext cx="2579993" cy="2554063"/>
            <a:chOff x="1678136" y="3085960"/>
            <a:chExt cx="2579993" cy="2554063"/>
          </a:xfrm>
        </p:grpSpPr>
        <p:pic>
          <p:nvPicPr>
            <p:cNvPr id="7" name="Picture 6" descr="A red and black sign&#10;&#10;AI-generated content may be incorrect.">
              <a:extLst>
                <a:ext uri="{FF2B5EF4-FFF2-40B4-BE49-F238E27FC236}">
                  <a16:creationId xmlns:a16="http://schemas.microsoft.com/office/drawing/2014/main" id="{205DD117-D6DA-96C7-8523-D4F1C8C9E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78136" y="3085960"/>
              <a:ext cx="2579993" cy="2554063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442C5AE-D4B4-A807-A29C-7E388D43FAD3}"/>
                </a:ext>
              </a:extLst>
            </p:cNvPr>
            <p:cNvSpPr txBox="1"/>
            <p:nvPr/>
          </p:nvSpPr>
          <p:spPr>
            <a:xfrm>
              <a:off x="1828800" y="5148470"/>
              <a:ext cx="2299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Microservice</a:t>
              </a:r>
              <a:endParaRPr lang="nl-NL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4EE7AA6-D3B3-E6CE-CA34-694041AF3BC0}"/>
              </a:ext>
            </a:extLst>
          </p:cNvPr>
          <p:cNvGrpSpPr/>
          <p:nvPr/>
        </p:nvGrpSpPr>
        <p:grpSpPr>
          <a:xfrm>
            <a:off x="3568857" y="3023523"/>
            <a:ext cx="2579993" cy="2554063"/>
            <a:chOff x="1678136" y="3085960"/>
            <a:chExt cx="2579993" cy="2554063"/>
          </a:xfrm>
        </p:grpSpPr>
        <p:pic>
          <p:nvPicPr>
            <p:cNvPr id="8" name="Picture 7" descr="A red and black sign&#10;&#10;AI-generated content may be incorrect.">
              <a:extLst>
                <a:ext uri="{FF2B5EF4-FFF2-40B4-BE49-F238E27FC236}">
                  <a16:creationId xmlns:a16="http://schemas.microsoft.com/office/drawing/2014/main" id="{8DE0821A-C28B-76AE-50C6-7BECD0A68C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78136" y="3085960"/>
              <a:ext cx="2579993" cy="255406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DC2EF6B-701F-50C9-40B5-CDF897080C1C}"/>
                </a:ext>
              </a:extLst>
            </p:cNvPr>
            <p:cNvSpPr txBox="1"/>
            <p:nvPr/>
          </p:nvSpPr>
          <p:spPr>
            <a:xfrm>
              <a:off x="1828800" y="5148470"/>
              <a:ext cx="2299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Microservice</a:t>
              </a:r>
              <a:endParaRPr lang="nl-NL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0EB3405-F3A9-C8D1-922F-E5DEB008CA92}"/>
              </a:ext>
            </a:extLst>
          </p:cNvPr>
          <p:cNvGrpSpPr/>
          <p:nvPr/>
        </p:nvGrpSpPr>
        <p:grpSpPr>
          <a:xfrm>
            <a:off x="6299514" y="3023523"/>
            <a:ext cx="2579993" cy="2554063"/>
            <a:chOff x="1678136" y="3085960"/>
            <a:chExt cx="2579993" cy="2554063"/>
          </a:xfrm>
        </p:grpSpPr>
        <p:pic>
          <p:nvPicPr>
            <p:cNvPr id="11" name="Picture 10" descr="A red and black sign&#10;&#10;AI-generated content may be incorrect.">
              <a:extLst>
                <a:ext uri="{FF2B5EF4-FFF2-40B4-BE49-F238E27FC236}">
                  <a16:creationId xmlns:a16="http://schemas.microsoft.com/office/drawing/2014/main" id="{7D28A17B-5BAB-EE83-5448-8F7A32E169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78136" y="3085960"/>
              <a:ext cx="2579993" cy="2554063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205871F-3A22-ED49-DB0C-0A777C47BFB5}"/>
                </a:ext>
              </a:extLst>
            </p:cNvPr>
            <p:cNvSpPr txBox="1"/>
            <p:nvPr/>
          </p:nvSpPr>
          <p:spPr>
            <a:xfrm>
              <a:off x="1828800" y="5148470"/>
              <a:ext cx="2299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Microservice</a:t>
              </a:r>
              <a:endParaRPr lang="nl-NL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CC93096-CE2A-6A6B-5176-CB71EBC726BF}"/>
              </a:ext>
            </a:extLst>
          </p:cNvPr>
          <p:cNvGrpSpPr/>
          <p:nvPr/>
        </p:nvGrpSpPr>
        <p:grpSpPr>
          <a:xfrm>
            <a:off x="9030171" y="3026176"/>
            <a:ext cx="2579993" cy="2554063"/>
            <a:chOff x="1678136" y="3085960"/>
            <a:chExt cx="2579993" cy="2554063"/>
          </a:xfrm>
        </p:grpSpPr>
        <p:pic>
          <p:nvPicPr>
            <p:cNvPr id="14" name="Picture 13" descr="A red and black sign&#10;&#10;AI-generated content may be incorrect.">
              <a:extLst>
                <a:ext uri="{FF2B5EF4-FFF2-40B4-BE49-F238E27FC236}">
                  <a16:creationId xmlns:a16="http://schemas.microsoft.com/office/drawing/2014/main" id="{0DE3B268-E4F6-B37D-ACAA-A3D433ADA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78136" y="3085960"/>
              <a:ext cx="2579993" cy="2554063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E30B8FE-B0A1-144F-6A31-DC8401D70D93}"/>
                </a:ext>
              </a:extLst>
            </p:cNvPr>
            <p:cNvSpPr txBox="1"/>
            <p:nvPr/>
          </p:nvSpPr>
          <p:spPr>
            <a:xfrm>
              <a:off x="1828800" y="5148470"/>
              <a:ext cx="22992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Microservice</a:t>
              </a:r>
              <a:endParaRPr lang="nl-NL" dirty="0"/>
            </a:p>
          </p:txBody>
        </p:sp>
      </p:grpSp>
    </p:spTree>
    <p:extLst>
      <p:ext uri="{BB962C8B-B14F-4D97-AF65-F5344CB8AC3E}">
        <p14:creationId xmlns:p14="http://schemas.microsoft.com/office/powerpoint/2010/main" val="93737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71B5A-0EF1-0655-D6E6-86EC70489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986757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nl-NL" dirty="0" err="1"/>
              <a:t>Combining</a:t>
            </a:r>
            <a:r>
              <a:rPr lang="nl-NL" dirty="0"/>
              <a:t> multiple Git </a:t>
            </a:r>
            <a:r>
              <a:rPr lang="nl-NL" dirty="0" err="1"/>
              <a:t>repositories</a:t>
            </a:r>
            <a:endParaRPr lang="nl-NL" dirty="0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3446AFAC-0C90-1A2A-C7DA-15DE363E66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9119390"/>
              </p:ext>
            </p:extLst>
          </p:nvPr>
        </p:nvGraphicFramePr>
        <p:xfrm>
          <a:off x="838200" y="151990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31460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71B5A-0EF1-0655-D6E6-86EC70489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986757"/>
          </a:xfrm>
        </p:spPr>
        <p:txBody>
          <a:bodyPr anchor="ctr">
            <a:normAutofit/>
          </a:bodyPr>
          <a:lstStyle/>
          <a:p>
            <a:r>
              <a:rPr lang="en-GB" dirty="0"/>
              <a:t>Git subtree explained</a:t>
            </a:r>
            <a:endParaRPr lang="nl-NL" dirty="0"/>
          </a:p>
        </p:txBody>
      </p:sp>
      <p:pic>
        <p:nvPicPr>
          <p:cNvPr id="7" name="Picture 6" descr="A diagram of a project&#10;&#10;AI-generated content may be incorrect.">
            <a:extLst>
              <a:ext uri="{FF2B5EF4-FFF2-40B4-BE49-F238E27FC236}">
                <a16:creationId xmlns:a16="http://schemas.microsoft.com/office/drawing/2014/main" id="{4C3E643E-3AC7-A85E-B3BB-7C7FE94E6E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60"/>
          <a:stretch/>
        </p:blipFill>
        <p:spPr>
          <a:xfrm>
            <a:off x="838200" y="1519905"/>
            <a:ext cx="10515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68747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88528-2884-C174-270F-E36A0A028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2F645-FE06-C0D2-1F2A-45A85579C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24702"/>
          </a:xfrm>
        </p:spPr>
        <p:txBody>
          <a:bodyPr vert="horz" lIns="0" tIns="0" rIns="0" bIns="0" rtlCol="0" anchor="ctr">
            <a:normAutofit/>
          </a:bodyPr>
          <a:lstStyle/>
          <a:p>
            <a:r>
              <a:rPr lang="nl-NL"/>
              <a:t>Git subtree usage</a:t>
            </a:r>
            <a:endParaRPr lang="nl-NL" dirty="0"/>
          </a:p>
        </p:txBody>
      </p:sp>
      <p:graphicFrame>
        <p:nvGraphicFramePr>
          <p:cNvPr id="7" name="TextBox 2">
            <a:extLst>
              <a:ext uri="{FF2B5EF4-FFF2-40B4-BE49-F238E27FC236}">
                <a16:creationId xmlns:a16="http://schemas.microsoft.com/office/drawing/2014/main" id="{1559602A-3FD9-038C-9927-6E2277D74F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233291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59996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71B5A-0EF1-0655-D6E6-86EC7048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the SHA to your advantage</a:t>
            </a:r>
            <a:endParaRPr lang="nl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99C7F9-AE55-1198-9C43-0AFE70DB77C6}"/>
              </a:ext>
            </a:extLst>
          </p:cNvPr>
          <p:cNvSpPr txBox="1"/>
          <p:nvPr/>
        </p:nvSpPr>
        <p:spPr>
          <a:xfrm>
            <a:off x="590844" y="1315329"/>
            <a:ext cx="105929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SHA (hash) uniquely identifies a commit. You can use this to your advantage in your project.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 a HTTP header to your REST API with the SHA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Inject the SHA into your application to be shown in a help/about dialog</a:t>
            </a: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Print </a:t>
            </a:r>
            <a:r>
              <a:rPr lang="nl-NL" dirty="0" err="1"/>
              <a:t>the</a:t>
            </a:r>
            <a:r>
              <a:rPr lang="nl-NL" dirty="0"/>
              <a:t> SHA in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beginning</a:t>
            </a:r>
            <a:r>
              <a:rPr lang="nl-NL" dirty="0"/>
              <a:t> of </a:t>
            </a:r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technical</a:t>
            </a:r>
            <a:r>
              <a:rPr lang="nl-NL" dirty="0"/>
              <a:t> log file </a:t>
            </a: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starting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application</a:t>
            </a: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gives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possibility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remotely</a:t>
            </a:r>
            <a:r>
              <a:rPr lang="nl-NL" dirty="0"/>
              <a:t> query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version</a:t>
            </a:r>
            <a:r>
              <a:rPr lang="nl-NL" dirty="0"/>
              <a:t> is </a:t>
            </a:r>
            <a:r>
              <a:rPr lang="nl-NL" dirty="0" err="1"/>
              <a:t>installed</a:t>
            </a:r>
            <a:r>
              <a:rPr lang="nl-NL" dirty="0"/>
              <a:t> at a </a:t>
            </a:r>
            <a:r>
              <a:rPr lang="nl-NL" dirty="0" err="1"/>
              <a:t>customers</a:t>
            </a:r>
            <a:r>
              <a:rPr lang="nl-NL" dirty="0"/>
              <a:t> </a:t>
            </a:r>
            <a:r>
              <a:rPr lang="nl-NL" dirty="0" err="1"/>
              <a:t>location</a:t>
            </a:r>
            <a:r>
              <a:rPr lang="nl-NL" dirty="0"/>
              <a:t>.</a:t>
            </a:r>
          </a:p>
          <a:p>
            <a:endParaRPr lang="nl-NL" dirty="0"/>
          </a:p>
          <a:p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a tool like </a:t>
            </a:r>
            <a:r>
              <a:rPr lang="nl-NL" dirty="0" err="1">
                <a:hlinkClick r:id="rId3"/>
              </a:rPr>
              <a:t>GitVersion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extract </a:t>
            </a:r>
            <a:r>
              <a:rPr lang="nl-NL" dirty="0" err="1"/>
              <a:t>this</a:t>
            </a:r>
            <a:r>
              <a:rPr lang="nl-NL" dirty="0"/>
              <a:t> information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Git </a:t>
            </a:r>
            <a:r>
              <a:rPr lang="nl-NL" dirty="0" err="1"/>
              <a:t>repository</a:t>
            </a:r>
            <a:r>
              <a:rPr lang="nl-NL" dirty="0"/>
              <a:t> in </a:t>
            </a:r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build</a:t>
            </a:r>
            <a:r>
              <a:rPr lang="nl-NL" dirty="0"/>
              <a:t> </a:t>
            </a:r>
            <a:r>
              <a:rPr lang="nl-NL" dirty="0" err="1"/>
              <a:t>process</a:t>
            </a:r>
            <a:r>
              <a:rPr lang="nl-NL" dirty="0"/>
              <a:t>. </a:t>
            </a:r>
            <a:r>
              <a:rPr lang="nl-NL" dirty="0" err="1"/>
              <a:t>GitVersion</a:t>
            </a:r>
            <a:r>
              <a:rPr lang="nl-NL" dirty="0"/>
              <a:t> </a:t>
            </a:r>
            <a:r>
              <a:rPr lang="nl-NL" dirty="0" err="1"/>
              <a:t>started</a:t>
            </a:r>
            <a:r>
              <a:rPr lang="nl-NL" dirty="0"/>
              <a:t> as a .NET tool but is </a:t>
            </a:r>
            <a:r>
              <a:rPr lang="nl-NL" dirty="0" err="1"/>
              <a:t>available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multiple platforms.</a:t>
            </a:r>
          </a:p>
        </p:txBody>
      </p:sp>
    </p:spTree>
    <p:extLst>
      <p:ext uri="{BB962C8B-B14F-4D97-AF65-F5344CB8AC3E}">
        <p14:creationId xmlns:p14="http://schemas.microsoft.com/office/powerpoint/2010/main" val="2322736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B1B38-A7E2-8780-ED38-28F4EF002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5C8DF-16DF-FCC3-8302-88E4B789B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small sidestep - Semantic versioning</a:t>
            </a:r>
            <a:endParaRPr lang="nl-NL" dirty="0"/>
          </a:p>
        </p:txBody>
      </p:sp>
      <p:pic>
        <p:nvPicPr>
          <p:cNvPr id="8" name="Picture 7" descr="A diagram of a product&#10;&#10;AI-generated content may be incorrect.">
            <a:extLst>
              <a:ext uri="{FF2B5EF4-FFF2-40B4-BE49-F238E27FC236}">
                <a16:creationId xmlns:a16="http://schemas.microsoft.com/office/drawing/2014/main" id="{BA11170D-4B3E-382D-DFE7-DDA403A5583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8F8FA"/>
              </a:clrFrom>
              <a:clrTo>
                <a:srgbClr val="F8F8FA">
                  <a:alpha val="0"/>
                </a:srgbClr>
              </a:clrTo>
            </a:clrChange>
            <a:alphaModFix/>
          </a:blip>
          <a:stretch>
            <a:fillRect/>
          </a:stretch>
        </p:blipFill>
        <p:spPr>
          <a:xfrm>
            <a:off x="1170059" y="1093304"/>
            <a:ext cx="9743106" cy="548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275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71B5A-0EF1-0655-D6E6-86EC7048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 to </a:t>
            </a:r>
            <a:r>
              <a:rPr lang="en-GB" dirty="0" err="1"/>
              <a:t>GitVersion</a:t>
            </a:r>
            <a:endParaRPr lang="nl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99C7F9-AE55-1198-9C43-0AFE70DB77C6}"/>
              </a:ext>
            </a:extLst>
          </p:cNvPr>
          <p:cNvSpPr txBox="1"/>
          <p:nvPr/>
        </p:nvSpPr>
        <p:spPr>
          <a:xfrm>
            <a:off x="544461" y="1553868"/>
            <a:ext cx="666808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Generates a version number based on the graph in Git.</a:t>
            </a:r>
          </a:p>
          <a:p>
            <a:endParaRPr lang="en-GB" dirty="0"/>
          </a:p>
          <a:p>
            <a:r>
              <a:rPr lang="en-GB" dirty="0"/>
              <a:t>You can use this to: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Always update the version number when commits are added (useful during greenfield development)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Update the version number when a branch is merged (useful when doing maintenance on a released project)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Update the version number when an explicit message is found in a commit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Use a tag in the Git graph to determine the version number.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Full information can be found on </a:t>
            </a:r>
            <a:r>
              <a:rPr lang="en-GB" dirty="0">
                <a:hlinkClick r:id="rId3"/>
              </a:rPr>
              <a:t>https://gitversion.net/docs/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012E0D3-96E6-9DEE-6408-A4EE4ED14E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9503" y="1553868"/>
            <a:ext cx="3798972" cy="435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797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71B5A-0EF1-0655-D6E6-86EC7048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eternal debate</a:t>
            </a:r>
            <a:endParaRPr lang="nl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2EBBA5-AEEF-779A-EA6B-BADF325E3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3" y="1087394"/>
            <a:ext cx="3685779" cy="55728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283A31-966A-78BF-8596-B753A9591356}"/>
              </a:ext>
            </a:extLst>
          </p:cNvPr>
          <p:cNvSpPr txBox="1"/>
          <p:nvPr/>
        </p:nvSpPr>
        <p:spPr>
          <a:xfrm>
            <a:off x="5054289" y="3437607"/>
            <a:ext cx="6902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Your opinion? And why?</a:t>
            </a:r>
            <a:endParaRPr lang="nl-NL" sz="3600" dirty="0"/>
          </a:p>
        </p:txBody>
      </p:sp>
    </p:spTree>
    <p:extLst>
      <p:ext uri="{BB962C8B-B14F-4D97-AF65-F5344CB8AC3E}">
        <p14:creationId xmlns:p14="http://schemas.microsoft.com/office/powerpoint/2010/main" val="2602084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71B5A-0EF1-0655-D6E6-86EC7048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not use both?</a:t>
            </a:r>
            <a:endParaRPr lang="nl-N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0BBD4-4084-D65C-2D72-776B3C331919}"/>
              </a:ext>
            </a:extLst>
          </p:cNvPr>
          <p:cNvSpPr txBox="1"/>
          <p:nvPr/>
        </p:nvSpPr>
        <p:spPr>
          <a:xfrm>
            <a:off x="331773" y="1408014"/>
            <a:ext cx="1102202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Rebase your feature branch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Merge the rebased feature branch to main using</a:t>
            </a:r>
            <a:br>
              <a:rPr lang="en-GB" dirty="0"/>
            </a:br>
            <a:r>
              <a:rPr lang="en-GB" dirty="0"/>
              <a:t>git merge --no-ff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This will result in creating an (empty) merge commit linking both branches together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Screwed up the merge? Use either: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Git reset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 revert -m 1 &lt;merge-commit-hash&gt;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414B1D-259D-9A6E-4212-E6522E0D5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357" y="3814726"/>
            <a:ext cx="8342857" cy="2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009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71B5A-0EF1-0655-D6E6-86EC7048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 stuff – visualize your git activity</a:t>
            </a:r>
            <a:endParaRPr lang="nl-N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0BBD4-4084-D65C-2D72-776B3C331919}"/>
              </a:ext>
            </a:extLst>
          </p:cNvPr>
          <p:cNvSpPr txBox="1"/>
          <p:nvPr/>
        </p:nvSpPr>
        <p:spPr>
          <a:xfrm>
            <a:off x="331773" y="1408014"/>
            <a:ext cx="11022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Using </a:t>
            </a:r>
            <a:r>
              <a:rPr lang="en-GB" dirty="0">
                <a:hlinkClick r:id="rId3"/>
              </a:rPr>
              <a:t>https://gource.io/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DDC114-7412-2825-DDD5-4C66A5C73B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2982" y="1884255"/>
            <a:ext cx="7819608" cy="477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783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71B5A-0EF1-0655-D6E6-86EC7048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Useful Git commands</a:t>
            </a:r>
            <a:endParaRPr lang="nl-N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0BBD4-4084-D65C-2D72-776B3C331919}"/>
              </a:ext>
            </a:extLst>
          </p:cNvPr>
          <p:cNvSpPr txBox="1"/>
          <p:nvPr/>
        </p:nvSpPr>
        <p:spPr>
          <a:xfrm>
            <a:off x="331773" y="1408014"/>
            <a:ext cx="1102202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Your log in graphical ASCII format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git log --graph --decorate --</a:t>
            </a:r>
            <a:r>
              <a:rPr lang="en-US" dirty="0" err="1">
                <a:latin typeface="Consolas" panose="020B0609020204030204" pitchFamily="49" charset="0"/>
              </a:rPr>
              <a:t>oneline</a:t>
            </a:r>
            <a:endParaRPr lang="en-US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Search your files for a commit with a given string 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git log -S "A promise in JavaScript is very similar“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Find your most active contributors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git </a:t>
            </a:r>
            <a:r>
              <a:rPr lang="en-US" dirty="0" err="1">
                <a:latin typeface="Consolas" panose="020B0609020204030204" pitchFamily="49" charset="0"/>
              </a:rPr>
              <a:t>shortlog</a:t>
            </a:r>
            <a:r>
              <a:rPr lang="en-US" dirty="0">
                <a:latin typeface="Consolas" panose="020B0609020204030204" pitchFamily="49" charset="0"/>
              </a:rPr>
              <a:t> –ns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Grep within git</a:t>
            </a:r>
            <a:br>
              <a:rPr lang="en-US" dirty="0"/>
            </a:br>
            <a:r>
              <a:rPr lang="en-US" dirty="0">
                <a:hlinkClick r:id="rId3"/>
              </a:rPr>
              <a:t>https://www.kosli.com/blog/git-grep-like-a-pro-the-complete-guide/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 restore (</a:t>
            </a:r>
            <a:r>
              <a:rPr lang="en-US" dirty="0">
                <a:latin typeface="Consolas" panose="020B0609020204030204" pitchFamily="49" charset="0"/>
              </a:rPr>
              <a:t>git restore --&lt;sha&gt; somefile.py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Instead of using git reset to achieve the same.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Git switch</a:t>
            </a:r>
            <a:r>
              <a:rPr lang="en-US" dirty="0"/>
              <a:t> instead of </a:t>
            </a:r>
            <a:r>
              <a:rPr lang="en-US" dirty="0">
                <a:latin typeface="Consolas" panose="020B0609020204030204" pitchFamily="49" charset="0"/>
              </a:rPr>
              <a:t>git checkout &lt;</a:t>
            </a:r>
            <a:r>
              <a:rPr lang="en-US" dirty="0" err="1">
                <a:latin typeface="Consolas" panose="020B0609020204030204" pitchFamily="49" charset="0"/>
              </a:rPr>
              <a:t>branchname</a:t>
            </a:r>
            <a:r>
              <a:rPr lang="en-US" dirty="0">
                <a:latin typeface="Consolas" panose="020B0609020204030204" pitchFamily="49" charset="0"/>
              </a:rPr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Git </a:t>
            </a:r>
            <a:r>
              <a:rPr lang="en-US" dirty="0" err="1"/>
              <a:t>worktree</a:t>
            </a:r>
            <a:r>
              <a:rPr lang="en-US" dirty="0"/>
              <a:t> to work on multiple branches in different folders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git </a:t>
            </a:r>
            <a:r>
              <a:rPr lang="en-US" dirty="0" err="1">
                <a:latin typeface="Consolas" panose="020B0609020204030204" pitchFamily="49" charset="0"/>
              </a:rPr>
              <a:t>worktree</a:t>
            </a:r>
            <a:r>
              <a:rPr lang="en-US" dirty="0">
                <a:latin typeface="Consolas" panose="020B0609020204030204" pitchFamily="49" charset="0"/>
              </a:rPr>
              <a:t> add -b hotfix ./hotfix master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secondary branch as backup against rebases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69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71B5A-0EF1-0655-D6E6-86EC7048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Git bisect – let Git find that bug for you</a:t>
            </a:r>
            <a:endParaRPr lang="nl-N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0BBD4-4084-D65C-2D72-776B3C331919}"/>
              </a:ext>
            </a:extLst>
          </p:cNvPr>
          <p:cNvSpPr txBox="1"/>
          <p:nvPr/>
        </p:nvSpPr>
        <p:spPr>
          <a:xfrm>
            <a:off x="331773" y="1408014"/>
            <a:ext cx="110220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discover a bug that has been in your code since a month. How are you going to find which commit introduced this bug? </a:t>
            </a:r>
          </a:p>
          <a:p>
            <a:endParaRPr lang="en-US" dirty="0"/>
          </a:p>
          <a:p>
            <a:r>
              <a:rPr lang="en-US" dirty="0"/>
              <a:t>- Let Git do a binary search for you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9BAD44-7C67-2F5C-D397-5AF2A87F0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382" y="3057256"/>
            <a:ext cx="6942808" cy="341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552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71B5A-0EF1-0655-D6E6-86EC7048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Git bisect – how to use</a:t>
            </a:r>
            <a:endParaRPr lang="nl-N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0BBD4-4084-D65C-2D72-776B3C331919}"/>
              </a:ext>
            </a:extLst>
          </p:cNvPr>
          <p:cNvSpPr txBox="1"/>
          <p:nvPr/>
        </p:nvSpPr>
        <p:spPr>
          <a:xfrm>
            <a:off x="331773" y="1408014"/>
            <a:ext cx="110220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Tell Git when the bug was present and when it is not. (git bisect start &lt;bad&gt; &lt;good&gt;)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each search by Git, tell it if it is bad or good until the offending commit is found.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Requires good commits (compiles and runs preferably)</a:t>
            </a:r>
          </a:p>
        </p:txBody>
      </p:sp>
    </p:spTree>
    <p:extLst>
      <p:ext uri="{BB962C8B-B14F-4D97-AF65-F5344CB8AC3E}">
        <p14:creationId xmlns:p14="http://schemas.microsoft.com/office/powerpoint/2010/main" val="1012672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71B5A-0EF1-0655-D6E6-86EC7048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Tooling to rewrite your Git repositories</a:t>
            </a:r>
            <a:endParaRPr lang="nl-N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CAB507-3D5A-DE20-A175-96AEB6F23371}"/>
              </a:ext>
            </a:extLst>
          </p:cNvPr>
          <p:cNvSpPr txBox="1"/>
          <p:nvPr/>
        </p:nvSpPr>
        <p:spPr>
          <a:xfrm>
            <a:off x="602421" y="1237319"/>
            <a:ext cx="106703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From oldest (no longer recommended) to newest: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git </a:t>
            </a:r>
            <a:r>
              <a:rPr lang="en-GB" dirty="0" err="1">
                <a:hlinkClick r:id="rId3"/>
              </a:rPr>
              <a:t>filterbranch</a:t>
            </a:r>
            <a:r>
              <a:rPr lang="en-GB" dirty="0"/>
              <a:t> command. Built-in but takes ages to run.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Custom tool (Java executable) </a:t>
            </a:r>
            <a:r>
              <a:rPr lang="en-GB" dirty="0">
                <a:hlinkClick r:id="rId4"/>
              </a:rPr>
              <a:t>BFG Repo-cleaner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Custom tool (Python script) </a:t>
            </a:r>
            <a:r>
              <a:rPr lang="en-GB" dirty="0">
                <a:hlinkClick r:id="rId5"/>
              </a:rPr>
              <a:t>git-filter-repo</a:t>
            </a:r>
            <a:endParaRPr lang="en-GB" dirty="0"/>
          </a:p>
          <a:p>
            <a:endParaRPr lang="en-GB" dirty="0"/>
          </a:p>
          <a:p>
            <a:r>
              <a:rPr lang="en-GB" dirty="0"/>
              <a:t>Destructive operation - will rewrite your history so afterwards your users will need to clone this new repository.</a:t>
            </a:r>
          </a:p>
        </p:txBody>
      </p:sp>
      <p:pic>
        <p:nvPicPr>
          <p:cNvPr id="5" name="Picture 4" descr="A red and black sign&#10;&#10;Description automatically generated">
            <a:extLst>
              <a:ext uri="{FF2B5EF4-FFF2-40B4-BE49-F238E27FC236}">
                <a16:creationId xmlns:a16="http://schemas.microsoft.com/office/drawing/2014/main" id="{6EC86F6C-E238-3BF0-07D9-EDFCFBDE95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6920" y="3628942"/>
            <a:ext cx="1727914" cy="17105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84989E-EA5B-2A34-B8F1-5D251680010C}"/>
              </a:ext>
            </a:extLst>
          </p:cNvPr>
          <p:cNvSpPr txBox="1"/>
          <p:nvPr/>
        </p:nvSpPr>
        <p:spPr>
          <a:xfrm>
            <a:off x="1967227" y="5339490"/>
            <a:ext cx="26525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Folder structure: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Foo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Bar</a:t>
            </a:r>
          </a:p>
        </p:txBody>
      </p:sp>
      <p:pic>
        <p:nvPicPr>
          <p:cNvPr id="8" name="Picture 7" descr="A red and black sign&#10;&#10;Description automatically generated">
            <a:extLst>
              <a:ext uri="{FF2B5EF4-FFF2-40B4-BE49-F238E27FC236}">
                <a16:creationId xmlns:a16="http://schemas.microsoft.com/office/drawing/2014/main" id="{7CCED8D6-5EF8-0C24-1B87-4A72DD83AB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1778" y="3758260"/>
            <a:ext cx="792920" cy="784951"/>
          </a:xfrm>
          <a:prstGeom prst="rect">
            <a:avLst/>
          </a:prstGeom>
        </p:spPr>
      </p:pic>
      <p:pic>
        <p:nvPicPr>
          <p:cNvPr id="10" name="Picture 9" descr="A red and black sign&#10;&#10;Description automatically generated">
            <a:extLst>
              <a:ext uri="{FF2B5EF4-FFF2-40B4-BE49-F238E27FC236}">
                <a16:creationId xmlns:a16="http://schemas.microsoft.com/office/drawing/2014/main" id="{631F1311-0EA0-46A9-9E18-FE8707CC9C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1778" y="4912291"/>
            <a:ext cx="792920" cy="7849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F76E496-2E28-E42F-B366-09A24423B192}"/>
              </a:ext>
            </a:extLst>
          </p:cNvPr>
          <p:cNvSpPr txBox="1"/>
          <p:nvPr/>
        </p:nvSpPr>
        <p:spPr>
          <a:xfrm>
            <a:off x="8357703" y="4563049"/>
            <a:ext cx="578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Foo</a:t>
            </a:r>
            <a:endParaRPr lang="nl-N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19165B-2870-EA06-E002-1E8925EB7913}"/>
              </a:ext>
            </a:extLst>
          </p:cNvPr>
          <p:cNvSpPr txBox="1"/>
          <p:nvPr/>
        </p:nvSpPr>
        <p:spPr>
          <a:xfrm>
            <a:off x="8386535" y="5687246"/>
            <a:ext cx="521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Bar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91729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71B5A-0EF1-0655-D6E6-86EC7048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 material</a:t>
            </a:r>
            <a:endParaRPr lang="nl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FC62FF-ED03-DD6D-0761-5D632798C40A}"/>
              </a:ext>
            </a:extLst>
          </p:cNvPr>
          <p:cNvSpPr txBox="1"/>
          <p:nvPr/>
        </p:nvSpPr>
        <p:spPr>
          <a:xfrm>
            <a:off x="576524" y="1518529"/>
            <a:ext cx="60968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How Git </a:t>
            </a:r>
            <a:r>
              <a:rPr lang="nl-NL" dirty="0" err="1"/>
              <a:t>works</a:t>
            </a:r>
            <a:r>
              <a:rPr lang="nl-NL" dirty="0"/>
              <a:t> - </a:t>
            </a:r>
            <a:r>
              <a:rPr lang="nl-NL" dirty="0">
                <a:hlinkClick r:id="rId3"/>
              </a:rPr>
              <a:t>https://wizardzines.com/zines/git/</a:t>
            </a:r>
            <a:br>
              <a:rPr lang="nl-NL" dirty="0"/>
            </a:br>
            <a:r>
              <a:rPr lang="nl-NL" dirty="0"/>
              <a:t>Best 12 </a:t>
            </a:r>
            <a:r>
              <a:rPr lang="nl-NL" dirty="0" err="1"/>
              <a:t>euros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will</a:t>
            </a:r>
            <a:r>
              <a:rPr lang="nl-NL" dirty="0"/>
              <a:t> ever </a:t>
            </a:r>
            <a:r>
              <a:rPr lang="nl-NL" dirty="0" err="1"/>
              <a:t>spend</a:t>
            </a:r>
            <a:r>
              <a:rPr lang="nl-NL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>
                <a:hlinkClick r:id="rId4"/>
              </a:rPr>
              <a:t>Beej’s</a:t>
            </a:r>
            <a:r>
              <a:rPr lang="nl-NL" dirty="0">
                <a:hlinkClick r:id="rId4"/>
              </a:rPr>
              <a:t> guide </a:t>
            </a:r>
            <a:r>
              <a:rPr lang="nl-NL" dirty="0" err="1">
                <a:hlinkClick r:id="rId4"/>
              </a:rPr>
              <a:t>to</a:t>
            </a:r>
            <a:r>
              <a:rPr lang="nl-NL" dirty="0">
                <a:hlinkClick r:id="rId4"/>
              </a:rPr>
              <a:t> Git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2609297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ICT Group">
      <a:dk1>
        <a:srgbClr val="0F596E"/>
      </a:dk1>
      <a:lt1>
        <a:srgbClr val="FFFFFF"/>
      </a:lt1>
      <a:dk2>
        <a:srgbClr val="0097B1"/>
      </a:dk2>
      <a:lt2>
        <a:srgbClr val="E7E6E6"/>
      </a:lt2>
      <a:accent1>
        <a:srgbClr val="0F596E"/>
      </a:accent1>
      <a:accent2>
        <a:srgbClr val="EB6012"/>
      </a:accent2>
      <a:accent3>
        <a:srgbClr val="0097A5"/>
      </a:accent3>
      <a:accent4>
        <a:srgbClr val="616100"/>
      </a:accent4>
      <a:accent5>
        <a:srgbClr val="30889C"/>
      </a:accent5>
      <a:accent6>
        <a:srgbClr val="E2874F"/>
      </a:accent6>
      <a:hlink>
        <a:srgbClr val="EB6011"/>
      </a:hlink>
      <a:folHlink>
        <a:srgbClr val="0097B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2f4e6c2-c2d1-439b-b8d5-6c60b7480bb7" xsi:nil="true"/>
    <lcf76f155ced4ddcb4097134ff3c332f xmlns="62075bfc-fb2b-4978-b33a-2ee515c6b2cc">
      <Terms xmlns="http://schemas.microsoft.com/office/infopath/2007/PartnerControls"/>
    </lcf76f155ced4ddcb4097134ff3c332f>
    <SharedWithUsers xmlns="b2f4e6c2-c2d1-439b-b8d5-6c60b7480bb7">
      <UserInfo>
        <DisplayName>Carla Stuifzand</DisplayName>
        <AccountId>14</AccountId>
        <AccountType/>
      </UserInfo>
      <UserInfo>
        <DisplayName>Simone van den Langenberg</DisplayName>
        <AccountId>337</AccountId>
        <AccountType/>
      </UserInfo>
      <UserInfo>
        <DisplayName>Hilde Teunissen</DisplayName>
        <AccountId>340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06F2FE6C5D1D44982B8E9553BDFA31" ma:contentTypeVersion="16" ma:contentTypeDescription="Create a new document." ma:contentTypeScope="" ma:versionID="7ce01b5b95aa129152ec4f65a4b2a44a">
  <xsd:schema xmlns:xsd="http://www.w3.org/2001/XMLSchema" xmlns:xs="http://www.w3.org/2001/XMLSchema" xmlns:p="http://schemas.microsoft.com/office/2006/metadata/properties" xmlns:ns2="62075bfc-fb2b-4978-b33a-2ee515c6b2cc" xmlns:ns3="b2f4e6c2-c2d1-439b-b8d5-6c60b7480bb7" targetNamespace="http://schemas.microsoft.com/office/2006/metadata/properties" ma:root="true" ma:fieldsID="3efc36883b9162ec189b501b59fa156f" ns2:_="" ns3:_="">
    <xsd:import namespace="62075bfc-fb2b-4978-b33a-2ee515c6b2cc"/>
    <xsd:import namespace="b2f4e6c2-c2d1-439b-b8d5-6c60b7480b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075bfc-fb2b-4978-b33a-2ee515c6b2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b009bbf-e508-44d6-b971-f77659ba93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f4e6c2-c2d1-439b-b8d5-6c60b7480bb7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3059630-46c3-4fc9-bed1-6ec90850dfe8}" ma:internalName="TaxCatchAll" ma:showField="CatchAllData" ma:web="b2f4e6c2-c2d1-439b-b8d5-6c60b7480bb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64FB15A-1AB9-494D-BA7A-B6E719D463AC}">
  <ds:schemaRefs>
    <ds:schemaRef ds:uri="http://www.w3.org/XML/1998/namespace"/>
    <ds:schemaRef ds:uri="ffa2967c-3f0f-47d3-bb84-822f9a28dd02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purl.org/dc/elements/1.1/"/>
    <ds:schemaRef ds:uri="http://purl.org/dc/dcmitype/"/>
    <ds:schemaRef ds:uri="http://schemas.microsoft.com/office/infopath/2007/PartnerControls"/>
    <ds:schemaRef ds:uri="7f32b1c6-d9be-452e-b0ab-3d8b864ace0e"/>
    <ds:schemaRef ds:uri="7585eccc-a07d-47ac-bf7f-1f713bdbcd94"/>
    <ds:schemaRef ds:uri="02719700-d428-42a5-ac68-80dcf95a526e"/>
    <ds:schemaRef ds:uri="b2f4e6c2-c2d1-439b-b8d5-6c60b7480bb7"/>
    <ds:schemaRef ds:uri="62075bfc-fb2b-4978-b33a-2ee515c6b2cc"/>
  </ds:schemaRefs>
</ds:datastoreItem>
</file>

<file path=customXml/itemProps2.xml><?xml version="1.0" encoding="utf-8"?>
<ds:datastoreItem xmlns:ds="http://schemas.openxmlformats.org/officeDocument/2006/customXml" ds:itemID="{3A473268-6C10-4147-8A98-8722D9152D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2075bfc-fb2b-4978-b33a-2ee515c6b2cc"/>
    <ds:schemaRef ds:uri="b2f4e6c2-c2d1-439b-b8d5-6c60b7480b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3063191-8A48-4036-94E1-00717E3E7DB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3618</TotalTime>
  <Words>1505</Words>
  <Application>Microsoft Office PowerPoint</Application>
  <PresentationFormat>Widescreen</PresentationFormat>
  <Paragraphs>203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Kantoorthema</vt:lpstr>
      <vt:lpstr>PowerPoint Presentation</vt:lpstr>
      <vt:lpstr>Version 0.1.0</vt:lpstr>
      <vt:lpstr>Git and new projects – how to configure?</vt:lpstr>
      <vt:lpstr>Git and new projects – examples</vt:lpstr>
      <vt:lpstr>Git and new projects – examples</vt:lpstr>
      <vt:lpstr>Git and new projects – examples</vt:lpstr>
      <vt:lpstr>Git and new projects – examples</vt:lpstr>
      <vt:lpstr>Combining multiple Git repositories</vt:lpstr>
      <vt:lpstr>Git subtree explained</vt:lpstr>
      <vt:lpstr>Git subtree usage</vt:lpstr>
      <vt:lpstr>Use the SHA to your advantage</vt:lpstr>
      <vt:lpstr>A small sidestep - Semantic versioning</vt:lpstr>
      <vt:lpstr>Back to GitVersion</vt:lpstr>
      <vt:lpstr>The eternal debate</vt:lpstr>
      <vt:lpstr>Why not use both?</vt:lpstr>
      <vt:lpstr>Fun stuff – visualize your git activity</vt:lpstr>
      <vt:lpstr>Useful Git commands</vt:lpstr>
      <vt:lpstr>Git bisect – let Git find that bug for you</vt:lpstr>
      <vt:lpstr>Git bisect – how to use</vt:lpstr>
      <vt:lpstr>Tooling to rewrite your Git repositories</vt:lpstr>
      <vt:lpstr>Reference material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Studio | De Merkenbouwers</dc:creator>
  <cp:lastModifiedBy>Wilbert van Dolleweerd</cp:lastModifiedBy>
  <cp:revision>158</cp:revision>
  <dcterms:created xsi:type="dcterms:W3CDTF">2020-12-15T09:09:58Z</dcterms:created>
  <dcterms:modified xsi:type="dcterms:W3CDTF">2025-02-12T13:23:56Z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0x0101009906F2FE6C5D1D44982B8E9553BDFA31</vt:lpwstr>
  </property>
  <property fmtid="{D5CDD505-2E9C-101B-9397-08002B2CF9AE}" pid="3" name="MediaServiceImageTags">
    <vt:lpwstr/>
  </property>
</Properties>
</file>